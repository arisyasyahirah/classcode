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90" r:id="rId1"/>
  </p:sldMasterIdLst>
  <p:notesMasterIdLst>
    <p:notesMasterId r:id="rId15"/>
  </p:notesMasterIdLst>
  <p:sldIdLst>
    <p:sldId id="256" r:id="rId2"/>
    <p:sldId id="257" r:id="rId3"/>
    <p:sldId id="258" r:id="rId4"/>
    <p:sldId id="263" r:id="rId5"/>
    <p:sldId id="259" r:id="rId6"/>
    <p:sldId id="261" r:id="rId7"/>
    <p:sldId id="260" r:id="rId8"/>
    <p:sldId id="264" r:id="rId9"/>
    <p:sldId id="265" r:id="rId10"/>
    <p:sldId id="266" r:id="rId11"/>
    <p:sldId id="267" r:id="rId12"/>
    <p:sldId id="262" r:id="rId13"/>
    <p:sldId id="268" r:id="rId14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25" autoAdjust="0"/>
    <p:restoredTop sz="94539" autoAdjust="0"/>
  </p:normalViewPr>
  <p:slideViewPr>
    <p:cSldViewPr>
      <p:cViewPr>
        <p:scale>
          <a:sx n="120" d="100"/>
          <a:sy n="120" d="100"/>
        </p:scale>
        <p:origin x="2256" y="7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990"/>
    </p:cViewPr>
  </p:sorterViewPr>
  <p:notesViewPr>
    <p:cSldViewPr>
      <p:cViewPr varScale="1">
        <p:scale>
          <a:sx n="61" d="100"/>
          <a:sy n="61" d="100"/>
        </p:scale>
        <p:origin x="-1698" y="-54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C1D73768-024C-212F-42D6-306955212F1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Verdan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96F8AC05-3EF5-9A78-74A9-4358EB52EE5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Verdan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4D925B94-8DA7-1E4C-9D70-B08432BC049E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37854D70-675D-B918-C622-0264AA9BF78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9EF8AA70-570F-C9ED-08FF-84083966864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Verdan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E7272751-092B-8CFC-CAD7-B999A623E4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fld id="{04AF30B0-536A-1241-BEA1-2F717046F3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E4FE5B57-8F49-D83B-456B-B6892A6B0C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A9645AFF-1EF5-C6A2-DF6C-F8ADB92AB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5780E14F-04AE-5F7C-BE61-B5BEC2502C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6AA1CFF-25E8-B848-8F08-B8672EAAAD09}" type="slidenum">
              <a:rPr lang="en-US" altLang="en-US" sz="1300" smtClean="0">
                <a:latin typeface="Verdana" panose="020B0604030504040204" pitchFamily="34" charset="0"/>
              </a:rPr>
              <a:pPr/>
              <a:t>1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8A08ADA6-B349-BB74-868E-F61C921BDE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8212235C-4841-4EBA-DCF7-FD1E0208B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49DDC65F-E6AC-5A75-3DDE-D96E929528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7A5725A-31E5-5249-BFD4-A15217D6952C}" type="slidenum">
              <a:rPr lang="en-US" altLang="en-US" sz="1300" smtClean="0"/>
              <a:pPr/>
              <a:t>2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7272D-0289-C877-573E-009CA41B9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11448CDC-6938-6B0C-B710-69FE7D6059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BA6CAFE6-2FE0-4FA6-585C-91477F39E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015C3EE6-7449-0F7D-226E-D2AF04DD99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7A5725A-31E5-5249-BFD4-A15217D6952C}" type="slidenum">
              <a:rPr lang="en-US" altLang="en-US" sz="1300" smtClean="0"/>
              <a:pPr/>
              <a:t>3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7800333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EEC36-A5DF-2315-13B8-7C4DD7920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98F7DFAD-DDC0-AB2E-DE16-9C53893871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4E588806-4D81-3255-59A1-3A80FDAD9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685881BF-912A-7212-4559-5CE6B783B6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7A5725A-31E5-5249-BFD4-A15217D6952C}" type="slidenum">
              <a:rPr lang="en-US" altLang="en-US" sz="1300" smtClean="0"/>
              <a:pPr/>
              <a:t>4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5240390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5B4AD-31BE-379D-DC9E-2F30D57F7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4EA43F7F-9931-0306-3BAC-D7CB5C7D6D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879D6EEF-554C-5B9E-771B-B3DC7E978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08F96865-93FD-360B-FAEE-5199903CC0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7A5725A-31E5-5249-BFD4-A15217D6952C}" type="slidenum">
              <a:rPr lang="en-US" altLang="en-US" sz="1300" smtClean="0"/>
              <a:pPr/>
              <a:t>5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8133442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1D702-964E-D765-1ADD-5F8F8877C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2B2DB8C3-CD6A-4324-A5A9-84A3A11F0F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78999A30-92B7-387E-E9CB-FCDDBA5FB9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676BBF65-8003-F0AF-98B8-3F70AE0893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7A5725A-31E5-5249-BFD4-A15217D6952C}" type="slidenum">
              <a:rPr lang="en-US" altLang="en-US" sz="1300" smtClean="0"/>
              <a:pPr/>
              <a:t>6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071959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96BD4-3B92-15DF-0FC5-AC1695FE2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84479D99-AB3B-86CA-1FFA-517D925072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E63ABD31-BA98-FA77-686A-418F86B5F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FA007222-AA73-4F78-A9B5-D7AA98CA5C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7A5725A-31E5-5249-BFD4-A15217D6952C}" type="slidenum">
              <a:rPr lang="en-US" altLang="en-US" sz="1300" smtClean="0"/>
              <a:pPr/>
              <a:t>7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7914072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CE408-0D91-A4A1-2719-4CC63967D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928A6291-B0F1-3CA8-75A7-FDEDB091E2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7A0DCF5D-B76E-3B16-A15F-1DD78EE6F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2668DAF6-8771-77E6-197E-9D1D62EA5A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7A5725A-31E5-5249-BFD4-A15217D6952C}" type="slidenum">
              <a:rPr lang="en-US" altLang="en-US" sz="1300" smtClean="0"/>
              <a:pPr/>
              <a:t>8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8136651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15F1A-CCE1-F78A-7699-416613539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D12AE928-FC8F-2C54-1C47-BA39163189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99B471D3-C240-94E4-CA54-9BA3F0C80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4E556D21-300B-8AB2-A53C-5804D995BE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7A5725A-31E5-5249-BFD4-A15217D6952C}" type="slidenum">
              <a:rPr lang="en-US" altLang="en-US" sz="1300" smtClean="0"/>
              <a:pPr/>
              <a:t>9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8947644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849E1-3580-5B62-1178-570E1A855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2A857CBB-B48B-045D-F95A-D7A459A8B0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9281ED82-9ADE-5494-512D-6BC00680E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7823B987-DE59-3247-0716-B9CF2C4759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7A5725A-31E5-5249-BFD4-A15217D6952C}" type="slidenum">
              <a:rPr lang="en-US" altLang="en-US" sz="1300" smtClean="0"/>
              <a:pPr/>
              <a:t>10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41129210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F5ECA-DC98-4AF7-40A6-CB421EA6A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AE2FED73-31E8-654A-00B3-92CFF234D3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587322DC-BD29-0113-54AE-909DB41CC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E2557A1C-5CCC-5390-6EB6-C322441308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7A5725A-31E5-5249-BFD4-A15217D6952C}" type="slidenum">
              <a:rPr lang="en-US" altLang="en-US" sz="1300" smtClean="0"/>
              <a:pPr/>
              <a:t>11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42077046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BDF87-807A-EF86-2BCE-6C57F6D98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14A5FE76-B32D-4EA9-9A60-DF39ACB7F4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057F4736-F0D2-30E1-51C1-48EBE4DBD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E2AB75F0-33C2-99FB-9991-E70A41C6D2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7A5725A-31E5-5249-BFD4-A15217D6952C}" type="slidenum">
              <a:rPr lang="en-US" altLang="en-US" sz="1300" smtClean="0"/>
              <a:pPr/>
              <a:t>12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1110000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797AA-0B4C-A7A0-66D2-5C5FD1202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95051C78-E7D6-61A8-FD00-25B0752E3D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018D20EF-39A1-C10F-FD8C-F31ED2A3B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D1EEA3F3-CDE6-88BF-D46D-4DF82F20E5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7A5725A-31E5-5249-BFD4-A15217D6952C}" type="slidenum">
              <a:rPr lang="en-US" altLang="en-US" sz="1300" smtClean="0"/>
              <a:pPr/>
              <a:t>13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97451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8">
            <a:extLst>
              <a:ext uri="{FF2B5EF4-FFF2-40B4-BE49-F238E27FC236}">
                <a16:creationId xmlns:a16="http://schemas.microsoft.com/office/drawing/2014/main" id="{FC2F1FED-D489-E62D-055F-D32CD0147064}"/>
              </a:ext>
            </a:extLst>
          </p:cNvPr>
          <p:cNvSpPr/>
          <p:nvPr/>
        </p:nvSpPr>
        <p:spPr>
          <a:xfrm>
            <a:off x="0" y="5292725"/>
            <a:ext cx="9144000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4000">
                <a:schemeClr val="accent1">
                  <a:lumMod val="60000"/>
                  <a:lumOff val="40000"/>
                </a:schemeClr>
              </a:gs>
              <a:gs pos="83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1"/>
          </a:p>
        </p:txBody>
      </p:sp>
      <p:grpSp>
        <p:nvGrpSpPr>
          <p:cNvPr id="5" name="Freeform 9">
            <a:extLst>
              <a:ext uri="{FF2B5EF4-FFF2-40B4-BE49-F238E27FC236}">
                <a16:creationId xmlns:a16="http://schemas.microsoft.com/office/drawing/2014/main" id="{419AB8CE-5D8C-DBC8-6D16-104043F2A9AF}"/>
              </a:ext>
            </a:extLst>
          </p:cNvPr>
          <p:cNvGrpSpPr>
            <a:grpSpLocks/>
          </p:cNvGrpSpPr>
          <p:nvPr/>
        </p:nvGrpSpPr>
        <p:grpSpPr bwMode="auto">
          <a:xfrm>
            <a:off x="0" y="5283200"/>
            <a:ext cx="9144000" cy="1460500"/>
            <a:chOff x="0" y="3328"/>
            <a:chExt cx="5760" cy="920"/>
          </a:xfrm>
        </p:grpSpPr>
        <p:pic>
          <p:nvPicPr>
            <p:cNvPr id="6" name="Freeform 9">
              <a:extLst>
                <a:ext uri="{FF2B5EF4-FFF2-40B4-BE49-F238E27FC236}">
                  <a16:creationId xmlns:a16="http://schemas.microsoft.com/office/drawing/2014/main" id="{00F39CA7-7DD2-E07E-B302-CA5288C75525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328"/>
              <a:ext cx="5760" cy="9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 Box 7">
              <a:extLst>
                <a:ext uri="{FF2B5EF4-FFF2-40B4-BE49-F238E27FC236}">
                  <a16:creationId xmlns:a16="http://schemas.microsoft.com/office/drawing/2014/main" id="{AD848966-CFA4-39B6-D436-1EBA200FE8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334"/>
              <a:ext cx="5760" cy="909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 sz="1800" b="1">
                <a:solidFill>
                  <a:srgbClr val="FFFFFF"/>
                </a:solidFill>
                <a:latin typeface="Gill Sans MT" panose="020B0502020104020203" pitchFamily="34" charset="0"/>
              </a:endParaRPr>
            </a:p>
          </p:txBody>
        </p:sp>
      </p:grpSp>
      <p:sp>
        <p:nvSpPr>
          <p:cNvPr id="8" name="Freeform 10">
            <a:extLst>
              <a:ext uri="{FF2B5EF4-FFF2-40B4-BE49-F238E27FC236}">
                <a16:creationId xmlns:a16="http://schemas.microsoft.com/office/drawing/2014/main" id="{6BE83614-A881-8209-BD54-DA519C49366E}"/>
              </a:ext>
            </a:extLst>
          </p:cNvPr>
          <p:cNvSpPr/>
          <p:nvPr/>
        </p:nvSpPr>
        <p:spPr>
          <a:xfrm>
            <a:off x="0" y="5546725"/>
            <a:ext cx="9147175" cy="1312863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33337 h 1214437"/>
              <a:gd name="connsiteX1" fmla="*/ 6305550 w 9134475"/>
              <a:gd name="connsiteY1" fmla="*/ 1100137 h 1214437"/>
              <a:gd name="connsiteX2" fmla="*/ 9044270 w 9134475"/>
              <a:gd name="connsiteY2" fmla="*/ 0 h 1214437"/>
              <a:gd name="connsiteX3" fmla="*/ 9134475 w 9134475"/>
              <a:gd name="connsiteY3" fmla="*/ 1214437 h 1214437"/>
              <a:gd name="connsiteX4" fmla="*/ 0 w 9134475"/>
              <a:gd name="connsiteY4" fmla="*/ 1214437 h 1214437"/>
              <a:gd name="connsiteX5" fmla="*/ 0 w 9134475"/>
              <a:gd name="connsiteY5" fmla="*/ 33337 h 1214437"/>
              <a:gd name="connsiteX0" fmla="*/ 0 w 9134475"/>
              <a:gd name="connsiteY0" fmla="*/ 130968 h 1312068"/>
              <a:gd name="connsiteX1" fmla="*/ 6305550 w 9134475"/>
              <a:gd name="connsiteY1" fmla="*/ 1197768 h 1312068"/>
              <a:gd name="connsiteX2" fmla="*/ 9113111 w 9134475"/>
              <a:gd name="connsiteY2" fmla="*/ 0 h 1312068"/>
              <a:gd name="connsiteX3" fmla="*/ 9134475 w 9134475"/>
              <a:gd name="connsiteY3" fmla="*/ 1312068 h 1312068"/>
              <a:gd name="connsiteX4" fmla="*/ 0 w 9134475"/>
              <a:gd name="connsiteY4" fmla="*/ 1312068 h 1312068"/>
              <a:gd name="connsiteX5" fmla="*/ 0 w 9134475"/>
              <a:gd name="connsiteY5" fmla="*/ 130968 h 1312068"/>
              <a:gd name="connsiteX0" fmla="*/ 0 w 9113111"/>
              <a:gd name="connsiteY0" fmla="*/ 130968 h 1312068"/>
              <a:gd name="connsiteX1" fmla="*/ 6305550 w 9113111"/>
              <a:gd name="connsiteY1" fmla="*/ 1197768 h 1312068"/>
              <a:gd name="connsiteX2" fmla="*/ 9113111 w 9113111"/>
              <a:gd name="connsiteY2" fmla="*/ 0 h 1312068"/>
              <a:gd name="connsiteX3" fmla="*/ 8958813 w 9113111"/>
              <a:gd name="connsiteY3" fmla="*/ 1009649 h 1312068"/>
              <a:gd name="connsiteX4" fmla="*/ 0 w 9113111"/>
              <a:gd name="connsiteY4" fmla="*/ 1312068 h 1312068"/>
              <a:gd name="connsiteX5" fmla="*/ 0 w 9113111"/>
              <a:gd name="connsiteY5" fmla="*/ 130968 h 1312068"/>
              <a:gd name="connsiteX0" fmla="*/ 0 w 9117860"/>
              <a:gd name="connsiteY0" fmla="*/ 130968 h 1314449"/>
              <a:gd name="connsiteX1" fmla="*/ 6305550 w 9117860"/>
              <a:gd name="connsiteY1" fmla="*/ 1197768 h 1314449"/>
              <a:gd name="connsiteX2" fmla="*/ 9113111 w 9117860"/>
              <a:gd name="connsiteY2" fmla="*/ 0 h 1314449"/>
              <a:gd name="connsiteX3" fmla="*/ 9117860 w 9117860"/>
              <a:gd name="connsiteY3" fmla="*/ 1314449 h 1314449"/>
              <a:gd name="connsiteX4" fmla="*/ 0 w 9117860"/>
              <a:gd name="connsiteY4" fmla="*/ 1312068 h 1314449"/>
              <a:gd name="connsiteX5" fmla="*/ 0 w 9117860"/>
              <a:gd name="connsiteY5" fmla="*/ 130968 h 1314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17860" h="1314449">
                <a:moveTo>
                  <a:pt x="0" y="130968"/>
                </a:moveTo>
                <a:lnTo>
                  <a:pt x="6305550" y="1197768"/>
                </a:lnTo>
                <a:lnTo>
                  <a:pt x="9113111" y="0"/>
                </a:lnTo>
                <a:lnTo>
                  <a:pt x="9117860" y="1314449"/>
                </a:lnTo>
                <a:lnTo>
                  <a:pt x="0" y="1312068"/>
                </a:lnTo>
                <a:lnTo>
                  <a:pt x="0" y="130968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50000">
                <a:schemeClr val="accent3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04555B-88D0-8F65-09A3-83B08AEAD4DB}"/>
              </a:ext>
            </a:extLst>
          </p:cNvPr>
          <p:cNvSpPr/>
          <p:nvPr/>
        </p:nvSpPr>
        <p:spPr>
          <a:xfrm>
            <a:off x="0" y="5262563"/>
            <a:ext cx="9144000" cy="746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Freeform 12">
            <a:extLst>
              <a:ext uri="{FF2B5EF4-FFF2-40B4-BE49-F238E27FC236}">
                <a16:creationId xmlns:a16="http://schemas.microsoft.com/office/drawing/2014/main" id="{A9191F62-8169-8BD8-9C25-848B6FD61AA2}"/>
              </a:ext>
            </a:extLst>
          </p:cNvPr>
          <p:cNvSpPr/>
          <p:nvPr/>
        </p:nvSpPr>
        <p:spPr>
          <a:xfrm>
            <a:off x="0" y="5502275"/>
            <a:ext cx="9144000" cy="1271588"/>
          </a:xfrm>
          <a:custGeom>
            <a:avLst/>
            <a:gdLst>
              <a:gd name="connsiteX0" fmla="*/ 9331 w 9144000"/>
              <a:gd name="connsiteY0" fmla="*/ 111968 h 1278294"/>
              <a:gd name="connsiteX1" fmla="*/ 6288833 w 9144000"/>
              <a:gd name="connsiteY1" fmla="*/ 1194319 h 1278294"/>
              <a:gd name="connsiteX2" fmla="*/ 9144000 w 9144000"/>
              <a:gd name="connsiteY2" fmla="*/ 0 h 1278294"/>
              <a:gd name="connsiteX3" fmla="*/ 9144000 w 9144000"/>
              <a:gd name="connsiteY3" fmla="*/ 83976 h 1278294"/>
              <a:gd name="connsiteX4" fmla="*/ 6279502 w 9144000"/>
              <a:gd name="connsiteY4" fmla="*/ 1278294 h 1278294"/>
              <a:gd name="connsiteX5" fmla="*/ 0 w 9144000"/>
              <a:gd name="connsiteY5" fmla="*/ 195943 h 1278294"/>
              <a:gd name="connsiteX6" fmla="*/ 9331 w 9144000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71644 w 9134669"/>
              <a:gd name="connsiteY5" fmla="*/ 388824 h 1278294"/>
              <a:gd name="connsiteX6" fmla="*/ 0 w 9134669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94 w 9134669"/>
              <a:gd name="connsiteY5" fmla="*/ 195943 h 1278294"/>
              <a:gd name="connsiteX6" fmla="*/ 0 w 9134669"/>
              <a:gd name="connsiteY6" fmla="*/ 111968 h 1278294"/>
              <a:gd name="connsiteX0" fmla="*/ 49877 w 9134540"/>
              <a:gd name="connsiteY0" fmla="*/ 42912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49877 w 9134540"/>
              <a:gd name="connsiteY6" fmla="*/ 42912 h 1278294"/>
              <a:gd name="connsiteX0" fmla="*/ 2252 w 9134540"/>
              <a:gd name="connsiteY0" fmla="*/ 116731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279373 w 9134540"/>
              <a:gd name="connsiteY1" fmla="*/ 1234801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307948 w 9134540"/>
              <a:gd name="connsiteY1" fmla="*/ 1189558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28287"/>
              <a:gd name="connsiteX1" fmla="*/ 6307948 w 9134540"/>
              <a:gd name="connsiteY1" fmla="*/ 1189558 h 1228287"/>
              <a:gd name="connsiteX2" fmla="*/ 9134540 w 9134540"/>
              <a:gd name="connsiteY2" fmla="*/ 0 h 1228287"/>
              <a:gd name="connsiteX3" fmla="*/ 9134540 w 9134540"/>
              <a:gd name="connsiteY3" fmla="*/ 83976 h 1228287"/>
              <a:gd name="connsiteX4" fmla="*/ 6270042 w 9134540"/>
              <a:gd name="connsiteY4" fmla="*/ 1228287 h 1228287"/>
              <a:gd name="connsiteX5" fmla="*/ 65 w 9134540"/>
              <a:gd name="connsiteY5" fmla="*/ 195943 h 1228287"/>
              <a:gd name="connsiteX6" fmla="*/ 2252 w 9134540"/>
              <a:gd name="connsiteY6" fmla="*/ 116731 h 1228287"/>
              <a:gd name="connsiteX0" fmla="*/ 2252 w 9134540"/>
              <a:gd name="connsiteY0" fmla="*/ 116731 h 1266387"/>
              <a:gd name="connsiteX1" fmla="*/ 6307948 w 9134540"/>
              <a:gd name="connsiteY1" fmla="*/ 1189558 h 1266387"/>
              <a:gd name="connsiteX2" fmla="*/ 9134540 w 9134540"/>
              <a:gd name="connsiteY2" fmla="*/ 0 h 1266387"/>
              <a:gd name="connsiteX3" fmla="*/ 9134540 w 9134540"/>
              <a:gd name="connsiteY3" fmla="*/ 83976 h 1266387"/>
              <a:gd name="connsiteX4" fmla="*/ 6315286 w 9134540"/>
              <a:gd name="connsiteY4" fmla="*/ 1266387 h 1266387"/>
              <a:gd name="connsiteX5" fmla="*/ 65 w 9134540"/>
              <a:gd name="connsiteY5" fmla="*/ 195943 h 1266387"/>
              <a:gd name="connsiteX6" fmla="*/ 2252 w 9134540"/>
              <a:gd name="connsiteY6" fmla="*/ 116731 h 1266387"/>
              <a:gd name="connsiteX0" fmla="*/ 2252 w 9134540"/>
              <a:gd name="connsiteY0" fmla="*/ 152450 h 1302106"/>
              <a:gd name="connsiteX1" fmla="*/ 6307948 w 9134540"/>
              <a:gd name="connsiteY1" fmla="*/ 1225277 h 1302106"/>
              <a:gd name="connsiteX2" fmla="*/ 8932134 w 9134540"/>
              <a:gd name="connsiteY2" fmla="*/ 0 h 1302106"/>
              <a:gd name="connsiteX3" fmla="*/ 9134540 w 9134540"/>
              <a:gd name="connsiteY3" fmla="*/ 119695 h 1302106"/>
              <a:gd name="connsiteX4" fmla="*/ 6315286 w 9134540"/>
              <a:gd name="connsiteY4" fmla="*/ 1302106 h 1302106"/>
              <a:gd name="connsiteX5" fmla="*/ 65 w 9134540"/>
              <a:gd name="connsiteY5" fmla="*/ 231662 h 1302106"/>
              <a:gd name="connsiteX6" fmla="*/ 2252 w 9134540"/>
              <a:gd name="connsiteY6" fmla="*/ 152450 h 1302106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34540 w 9144066"/>
              <a:gd name="connsiteY3" fmla="*/ 88739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051196 w 9144066"/>
              <a:gd name="connsiteY3" fmla="*/ 236376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41683 w 9144066"/>
              <a:gd name="connsiteY3" fmla="*/ 79214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4066" h="1271150">
                <a:moveTo>
                  <a:pt x="2252" y="121494"/>
                </a:moveTo>
                <a:lnTo>
                  <a:pt x="6307948" y="1194321"/>
                </a:lnTo>
                <a:lnTo>
                  <a:pt x="9144066" y="0"/>
                </a:lnTo>
                <a:cubicBezTo>
                  <a:pt x="9143272" y="26405"/>
                  <a:pt x="9142477" y="52809"/>
                  <a:pt x="9141683" y="79214"/>
                </a:cubicBezTo>
                <a:lnTo>
                  <a:pt x="6315286" y="1271150"/>
                </a:lnTo>
                <a:lnTo>
                  <a:pt x="65" y="200706"/>
                </a:lnTo>
                <a:cubicBezTo>
                  <a:pt x="0" y="172714"/>
                  <a:pt x="2317" y="149486"/>
                  <a:pt x="2252" y="12149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E3CA62-FF0F-D721-0AD4-EDE0B2484F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629400"/>
            <a:ext cx="5943600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r>
              <a:rPr lang="en-US" altLang="en-US" sz="1100">
                <a:solidFill>
                  <a:srgbClr val="10253F"/>
                </a:solidFill>
                <a:latin typeface="Gill Sans MT" pitchFamily="34" charset="0"/>
              </a:rPr>
              <a:t>Copyright © Terry Felke-Morris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0" y="1676400"/>
            <a:ext cx="3886200" cy="1524000"/>
          </a:xfrm>
        </p:spPr>
        <p:txBody>
          <a:bodyPr anchor="b" anchorCtr="0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3203574"/>
            <a:ext cx="3886200" cy="1825625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C03D3AF-4E26-AAD3-53EF-E734346D8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76B8D6B7-4593-F360-0965-DAFD94D1BC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>
            <a:lvl1pPr>
              <a:defRPr/>
            </a:lvl1pPr>
          </a:lstStyle>
          <a:p>
            <a:pPr>
              <a:defRPr/>
            </a:pPr>
            <a:fld id="{2E284F01-0123-A447-AF80-8AD3C45E854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4044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8">
            <a:extLst>
              <a:ext uri="{FF2B5EF4-FFF2-40B4-BE49-F238E27FC236}">
                <a16:creationId xmlns:a16="http://schemas.microsoft.com/office/drawing/2014/main" id="{88E4978B-3705-2C21-2993-21EE4A02E9D8}"/>
              </a:ext>
            </a:extLst>
          </p:cNvPr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A465A14B-12CC-BB1B-8021-083DAB5603EA}"/>
              </a:ext>
            </a:extLst>
          </p:cNvPr>
          <p:cNvSpPr/>
          <p:nvPr/>
        </p:nvSpPr>
        <p:spPr>
          <a:xfrm>
            <a:off x="1808163" y="6148388"/>
            <a:ext cx="7337425" cy="711200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F498EA5C-4F76-26D8-775E-9682D02CF6B8}"/>
              </a:ext>
            </a:extLst>
          </p:cNvPr>
          <p:cNvSpPr/>
          <p:nvPr/>
        </p:nvSpPr>
        <p:spPr>
          <a:xfrm>
            <a:off x="0" y="5411788"/>
            <a:ext cx="7605713" cy="928687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Freeform 11">
            <a:extLst>
              <a:ext uri="{FF2B5EF4-FFF2-40B4-BE49-F238E27FC236}">
                <a16:creationId xmlns:a16="http://schemas.microsoft.com/office/drawing/2014/main" id="{C5A59F32-B9B2-7BA7-6B94-35E88F7BDF79}"/>
              </a:ext>
            </a:extLst>
          </p:cNvPr>
          <p:cNvSpPr/>
          <p:nvPr/>
        </p:nvSpPr>
        <p:spPr>
          <a:xfrm>
            <a:off x="1681163" y="6116638"/>
            <a:ext cx="7464425" cy="741362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FE7BE5-35A2-9FC5-EF95-93D23512996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629400"/>
            <a:ext cx="5943600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r>
              <a:rPr lang="en-US" altLang="en-US" sz="1100">
                <a:solidFill>
                  <a:srgbClr val="10253F"/>
                </a:solidFill>
                <a:latin typeface="Gill Sans MT" pitchFamily="34" charset="0"/>
              </a:rPr>
              <a:t>Copyright © Terry Felke-Morris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1"/>
            <a:ext cx="7772400" cy="3733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9A23C303-C061-EB70-1647-8DE21D1AB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8E4775E-95E9-137B-8182-3406476801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791200" y="6416675"/>
            <a:ext cx="3124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1240ED-676A-2A4F-A796-A73E5C4695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1694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8">
            <a:extLst>
              <a:ext uri="{FF2B5EF4-FFF2-40B4-BE49-F238E27FC236}">
                <a16:creationId xmlns:a16="http://schemas.microsoft.com/office/drawing/2014/main" id="{AC6A317B-2D54-198B-A27F-00FBCF5056D5}"/>
              </a:ext>
            </a:extLst>
          </p:cNvPr>
          <p:cNvSpPr/>
          <p:nvPr/>
        </p:nvSpPr>
        <p:spPr>
          <a:xfrm>
            <a:off x="0" y="5546725"/>
            <a:ext cx="9147175" cy="1312863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33337 h 1214437"/>
              <a:gd name="connsiteX1" fmla="*/ 6305550 w 9134475"/>
              <a:gd name="connsiteY1" fmla="*/ 1100137 h 1214437"/>
              <a:gd name="connsiteX2" fmla="*/ 9044270 w 9134475"/>
              <a:gd name="connsiteY2" fmla="*/ 0 h 1214437"/>
              <a:gd name="connsiteX3" fmla="*/ 9134475 w 9134475"/>
              <a:gd name="connsiteY3" fmla="*/ 1214437 h 1214437"/>
              <a:gd name="connsiteX4" fmla="*/ 0 w 9134475"/>
              <a:gd name="connsiteY4" fmla="*/ 1214437 h 1214437"/>
              <a:gd name="connsiteX5" fmla="*/ 0 w 9134475"/>
              <a:gd name="connsiteY5" fmla="*/ 33337 h 1214437"/>
              <a:gd name="connsiteX0" fmla="*/ 0 w 9134475"/>
              <a:gd name="connsiteY0" fmla="*/ 130968 h 1312068"/>
              <a:gd name="connsiteX1" fmla="*/ 6305550 w 9134475"/>
              <a:gd name="connsiteY1" fmla="*/ 1197768 h 1312068"/>
              <a:gd name="connsiteX2" fmla="*/ 9113111 w 9134475"/>
              <a:gd name="connsiteY2" fmla="*/ 0 h 1312068"/>
              <a:gd name="connsiteX3" fmla="*/ 9134475 w 9134475"/>
              <a:gd name="connsiteY3" fmla="*/ 1312068 h 1312068"/>
              <a:gd name="connsiteX4" fmla="*/ 0 w 9134475"/>
              <a:gd name="connsiteY4" fmla="*/ 1312068 h 1312068"/>
              <a:gd name="connsiteX5" fmla="*/ 0 w 9134475"/>
              <a:gd name="connsiteY5" fmla="*/ 130968 h 1312068"/>
              <a:gd name="connsiteX0" fmla="*/ 0 w 9113111"/>
              <a:gd name="connsiteY0" fmla="*/ 130968 h 1312068"/>
              <a:gd name="connsiteX1" fmla="*/ 6305550 w 9113111"/>
              <a:gd name="connsiteY1" fmla="*/ 1197768 h 1312068"/>
              <a:gd name="connsiteX2" fmla="*/ 9113111 w 9113111"/>
              <a:gd name="connsiteY2" fmla="*/ 0 h 1312068"/>
              <a:gd name="connsiteX3" fmla="*/ 8958813 w 9113111"/>
              <a:gd name="connsiteY3" fmla="*/ 1009649 h 1312068"/>
              <a:gd name="connsiteX4" fmla="*/ 0 w 9113111"/>
              <a:gd name="connsiteY4" fmla="*/ 1312068 h 1312068"/>
              <a:gd name="connsiteX5" fmla="*/ 0 w 9113111"/>
              <a:gd name="connsiteY5" fmla="*/ 130968 h 1312068"/>
              <a:gd name="connsiteX0" fmla="*/ 0 w 9117860"/>
              <a:gd name="connsiteY0" fmla="*/ 130968 h 1314449"/>
              <a:gd name="connsiteX1" fmla="*/ 6305550 w 9117860"/>
              <a:gd name="connsiteY1" fmla="*/ 1197768 h 1314449"/>
              <a:gd name="connsiteX2" fmla="*/ 9113111 w 9117860"/>
              <a:gd name="connsiteY2" fmla="*/ 0 h 1314449"/>
              <a:gd name="connsiteX3" fmla="*/ 9117860 w 9117860"/>
              <a:gd name="connsiteY3" fmla="*/ 1314449 h 1314449"/>
              <a:gd name="connsiteX4" fmla="*/ 0 w 9117860"/>
              <a:gd name="connsiteY4" fmla="*/ 1312068 h 1314449"/>
              <a:gd name="connsiteX5" fmla="*/ 0 w 9117860"/>
              <a:gd name="connsiteY5" fmla="*/ 130968 h 1314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17860" h="1314449">
                <a:moveTo>
                  <a:pt x="0" y="130968"/>
                </a:moveTo>
                <a:lnTo>
                  <a:pt x="6305550" y="1197768"/>
                </a:lnTo>
                <a:lnTo>
                  <a:pt x="9113111" y="0"/>
                </a:lnTo>
                <a:lnTo>
                  <a:pt x="9117860" y="1314449"/>
                </a:lnTo>
                <a:lnTo>
                  <a:pt x="0" y="1312068"/>
                </a:lnTo>
                <a:lnTo>
                  <a:pt x="0" y="130968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50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/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405358EE-0104-24AB-323C-878C38A0DB41}"/>
              </a:ext>
            </a:extLst>
          </p:cNvPr>
          <p:cNvSpPr/>
          <p:nvPr/>
        </p:nvSpPr>
        <p:spPr>
          <a:xfrm>
            <a:off x="0" y="5292725"/>
            <a:ext cx="9144000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14000">
                <a:srgbClr val="333333"/>
              </a:gs>
              <a:gs pos="83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/>
          </a:p>
        </p:txBody>
      </p:sp>
      <p:grpSp>
        <p:nvGrpSpPr>
          <p:cNvPr id="6" name="Freeform 10">
            <a:extLst>
              <a:ext uri="{FF2B5EF4-FFF2-40B4-BE49-F238E27FC236}">
                <a16:creationId xmlns:a16="http://schemas.microsoft.com/office/drawing/2014/main" id="{5D9A081C-8A23-4A61-16A8-41F3615DA46F}"/>
              </a:ext>
            </a:extLst>
          </p:cNvPr>
          <p:cNvGrpSpPr>
            <a:grpSpLocks/>
          </p:cNvGrpSpPr>
          <p:nvPr/>
        </p:nvGrpSpPr>
        <p:grpSpPr bwMode="auto">
          <a:xfrm>
            <a:off x="0" y="5283200"/>
            <a:ext cx="9144000" cy="1460500"/>
            <a:chOff x="0" y="3328"/>
            <a:chExt cx="5760" cy="920"/>
          </a:xfrm>
        </p:grpSpPr>
        <p:pic>
          <p:nvPicPr>
            <p:cNvPr id="7" name="Freeform 10">
              <a:extLst>
                <a:ext uri="{FF2B5EF4-FFF2-40B4-BE49-F238E27FC236}">
                  <a16:creationId xmlns:a16="http://schemas.microsoft.com/office/drawing/2014/main" id="{75AC1B0F-FE6E-E4A6-4900-494BF2CDA2AA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328"/>
              <a:ext cx="5760" cy="9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ext Box 8">
              <a:extLst>
                <a:ext uri="{FF2B5EF4-FFF2-40B4-BE49-F238E27FC236}">
                  <a16:creationId xmlns:a16="http://schemas.microsoft.com/office/drawing/2014/main" id="{67302F51-211F-EEEC-44E0-8B4E0F2684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334"/>
              <a:ext cx="5760" cy="909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 sz="1800">
                <a:solidFill>
                  <a:srgbClr val="FFFFFF"/>
                </a:solidFill>
                <a:latin typeface="Gill Sans MT" panose="020B0502020104020203" pitchFamily="34" charset="0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EFA5725E-2477-306E-59F2-BB02126A5ABE}"/>
              </a:ext>
            </a:extLst>
          </p:cNvPr>
          <p:cNvSpPr/>
          <p:nvPr/>
        </p:nvSpPr>
        <p:spPr>
          <a:xfrm>
            <a:off x="0" y="5262563"/>
            <a:ext cx="9144000" cy="746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Freeform 12">
            <a:extLst>
              <a:ext uri="{FF2B5EF4-FFF2-40B4-BE49-F238E27FC236}">
                <a16:creationId xmlns:a16="http://schemas.microsoft.com/office/drawing/2014/main" id="{CF37FDDC-3057-9599-FCFE-B4358B09A396}"/>
              </a:ext>
            </a:extLst>
          </p:cNvPr>
          <p:cNvSpPr/>
          <p:nvPr/>
        </p:nvSpPr>
        <p:spPr>
          <a:xfrm>
            <a:off x="0" y="5502275"/>
            <a:ext cx="9144000" cy="1271588"/>
          </a:xfrm>
          <a:custGeom>
            <a:avLst/>
            <a:gdLst>
              <a:gd name="connsiteX0" fmla="*/ 9331 w 9144000"/>
              <a:gd name="connsiteY0" fmla="*/ 111968 h 1278294"/>
              <a:gd name="connsiteX1" fmla="*/ 6288833 w 9144000"/>
              <a:gd name="connsiteY1" fmla="*/ 1194319 h 1278294"/>
              <a:gd name="connsiteX2" fmla="*/ 9144000 w 9144000"/>
              <a:gd name="connsiteY2" fmla="*/ 0 h 1278294"/>
              <a:gd name="connsiteX3" fmla="*/ 9144000 w 9144000"/>
              <a:gd name="connsiteY3" fmla="*/ 83976 h 1278294"/>
              <a:gd name="connsiteX4" fmla="*/ 6279502 w 9144000"/>
              <a:gd name="connsiteY4" fmla="*/ 1278294 h 1278294"/>
              <a:gd name="connsiteX5" fmla="*/ 0 w 9144000"/>
              <a:gd name="connsiteY5" fmla="*/ 195943 h 1278294"/>
              <a:gd name="connsiteX6" fmla="*/ 9331 w 9144000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71644 w 9134669"/>
              <a:gd name="connsiteY5" fmla="*/ 388824 h 1278294"/>
              <a:gd name="connsiteX6" fmla="*/ 0 w 9134669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94 w 9134669"/>
              <a:gd name="connsiteY5" fmla="*/ 195943 h 1278294"/>
              <a:gd name="connsiteX6" fmla="*/ 0 w 9134669"/>
              <a:gd name="connsiteY6" fmla="*/ 111968 h 1278294"/>
              <a:gd name="connsiteX0" fmla="*/ 49877 w 9134540"/>
              <a:gd name="connsiteY0" fmla="*/ 42912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49877 w 9134540"/>
              <a:gd name="connsiteY6" fmla="*/ 42912 h 1278294"/>
              <a:gd name="connsiteX0" fmla="*/ 2252 w 9134540"/>
              <a:gd name="connsiteY0" fmla="*/ 116731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279373 w 9134540"/>
              <a:gd name="connsiteY1" fmla="*/ 1234801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307948 w 9134540"/>
              <a:gd name="connsiteY1" fmla="*/ 1189558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28287"/>
              <a:gd name="connsiteX1" fmla="*/ 6307948 w 9134540"/>
              <a:gd name="connsiteY1" fmla="*/ 1189558 h 1228287"/>
              <a:gd name="connsiteX2" fmla="*/ 9134540 w 9134540"/>
              <a:gd name="connsiteY2" fmla="*/ 0 h 1228287"/>
              <a:gd name="connsiteX3" fmla="*/ 9134540 w 9134540"/>
              <a:gd name="connsiteY3" fmla="*/ 83976 h 1228287"/>
              <a:gd name="connsiteX4" fmla="*/ 6270042 w 9134540"/>
              <a:gd name="connsiteY4" fmla="*/ 1228287 h 1228287"/>
              <a:gd name="connsiteX5" fmla="*/ 65 w 9134540"/>
              <a:gd name="connsiteY5" fmla="*/ 195943 h 1228287"/>
              <a:gd name="connsiteX6" fmla="*/ 2252 w 9134540"/>
              <a:gd name="connsiteY6" fmla="*/ 116731 h 1228287"/>
              <a:gd name="connsiteX0" fmla="*/ 2252 w 9134540"/>
              <a:gd name="connsiteY0" fmla="*/ 116731 h 1266387"/>
              <a:gd name="connsiteX1" fmla="*/ 6307948 w 9134540"/>
              <a:gd name="connsiteY1" fmla="*/ 1189558 h 1266387"/>
              <a:gd name="connsiteX2" fmla="*/ 9134540 w 9134540"/>
              <a:gd name="connsiteY2" fmla="*/ 0 h 1266387"/>
              <a:gd name="connsiteX3" fmla="*/ 9134540 w 9134540"/>
              <a:gd name="connsiteY3" fmla="*/ 83976 h 1266387"/>
              <a:gd name="connsiteX4" fmla="*/ 6315286 w 9134540"/>
              <a:gd name="connsiteY4" fmla="*/ 1266387 h 1266387"/>
              <a:gd name="connsiteX5" fmla="*/ 65 w 9134540"/>
              <a:gd name="connsiteY5" fmla="*/ 195943 h 1266387"/>
              <a:gd name="connsiteX6" fmla="*/ 2252 w 9134540"/>
              <a:gd name="connsiteY6" fmla="*/ 116731 h 1266387"/>
              <a:gd name="connsiteX0" fmla="*/ 2252 w 9134540"/>
              <a:gd name="connsiteY0" fmla="*/ 152450 h 1302106"/>
              <a:gd name="connsiteX1" fmla="*/ 6307948 w 9134540"/>
              <a:gd name="connsiteY1" fmla="*/ 1225277 h 1302106"/>
              <a:gd name="connsiteX2" fmla="*/ 8932134 w 9134540"/>
              <a:gd name="connsiteY2" fmla="*/ 0 h 1302106"/>
              <a:gd name="connsiteX3" fmla="*/ 9134540 w 9134540"/>
              <a:gd name="connsiteY3" fmla="*/ 119695 h 1302106"/>
              <a:gd name="connsiteX4" fmla="*/ 6315286 w 9134540"/>
              <a:gd name="connsiteY4" fmla="*/ 1302106 h 1302106"/>
              <a:gd name="connsiteX5" fmla="*/ 65 w 9134540"/>
              <a:gd name="connsiteY5" fmla="*/ 231662 h 1302106"/>
              <a:gd name="connsiteX6" fmla="*/ 2252 w 9134540"/>
              <a:gd name="connsiteY6" fmla="*/ 152450 h 1302106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34540 w 9144066"/>
              <a:gd name="connsiteY3" fmla="*/ 88739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051196 w 9144066"/>
              <a:gd name="connsiteY3" fmla="*/ 236376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41683 w 9144066"/>
              <a:gd name="connsiteY3" fmla="*/ 79214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4066" h="1271150">
                <a:moveTo>
                  <a:pt x="2252" y="121494"/>
                </a:moveTo>
                <a:lnTo>
                  <a:pt x="6307948" y="1194321"/>
                </a:lnTo>
                <a:lnTo>
                  <a:pt x="9144066" y="0"/>
                </a:lnTo>
                <a:cubicBezTo>
                  <a:pt x="9143272" y="26405"/>
                  <a:pt x="9142477" y="52809"/>
                  <a:pt x="9141683" y="79214"/>
                </a:cubicBezTo>
                <a:lnTo>
                  <a:pt x="6315286" y="1271150"/>
                </a:lnTo>
                <a:lnTo>
                  <a:pt x="65" y="200706"/>
                </a:lnTo>
                <a:cubicBezTo>
                  <a:pt x="0" y="172714"/>
                  <a:pt x="2317" y="149486"/>
                  <a:pt x="2252" y="12149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33787"/>
            <a:ext cx="7772400" cy="1362075"/>
          </a:xfrm>
        </p:spPr>
        <p:txBody>
          <a:bodyPr anchor="t"/>
          <a:lstStyle>
            <a:lvl1pPr algn="l">
              <a:defRPr sz="4000" b="0" i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336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0467EA6E-DB3D-B60E-AC6A-6EA46A0F7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520B7E4C-030B-3FA0-ED71-90A99FD6E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D3A9084-50F9-22A6-FCA7-BEBF10043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A5507A-186E-B142-B856-D63BDA47B4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0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8">
            <a:extLst>
              <a:ext uri="{FF2B5EF4-FFF2-40B4-BE49-F238E27FC236}">
                <a16:creationId xmlns:a16="http://schemas.microsoft.com/office/drawing/2014/main" id="{DDE44B26-DEB3-EDF1-07BE-B8E2DB5EE0DA}"/>
              </a:ext>
            </a:extLst>
          </p:cNvPr>
          <p:cNvSpPr/>
          <p:nvPr/>
        </p:nvSpPr>
        <p:spPr>
          <a:xfrm>
            <a:off x="1808163" y="6148388"/>
            <a:ext cx="7337425" cy="711200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Freeform 9">
            <a:extLst>
              <a:ext uri="{FF2B5EF4-FFF2-40B4-BE49-F238E27FC236}">
                <a16:creationId xmlns:a16="http://schemas.microsoft.com/office/drawing/2014/main" id="{DC251250-14DA-130F-6DCF-A59B0559F872}"/>
              </a:ext>
            </a:extLst>
          </p:cNvPr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82E94B38-EFAF-97C1-97CE-6EBCEF827F21}"/>
              </a:ext>
            </a:extLst>
          </p:cNvPr>
          <p:cNvSpPr/>
          <p:nvPr/>
        </p:nvSpPr>
        <p:spPr>
          <a:xfrm>
            <a:off x="0" y="5411788"/>
            <a:ext cx="7605713" cy="928687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Freeform 11">
            <a:extLst>
              <a:ext uri="{FF2B5EF4-FFF2-40B4-BE49-F238E27FC236}">
                <a16:creationId xmlns:a16="http://schemas.microsoft.com/office/drawing/2014/main" id="{0536A317-510C-2A41-D097-9CEF84455495}"/>
              </a:ext>
            </a:extLst>
          </p:cNvPr>
          <p:cNvSpPr/>
          <p:nvPr/>
        </p:nvSpPr>
        <p:spPr>
          <a:xfrm>
            <a:off x="1681163" y="6116638"/>
            <a:ext cx="7464425" cy="741362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685800" y="1536192"/>
            <a:ext cx="3657600" cy="38770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4"/>
          </p:nvPr>
        </p:nvSpPr>
        <p:spPr>
          <a:xfrm>
            <a:off x="4800600" y="1536192"/>
            <a:ext cx="3657600" cy="38770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8272E19C-12EE-2739-0672-F7466D38765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E0F0F27F-BDC8-CDF2-A6CC-34F9A3298F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289BF0B0-1DED-7EF3-E08E-47A3284A1D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3395AE-8E1B-0840-9B1B-4113FA3A25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313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8">
            <a:extLst>
              <a:ext uri="{FF2B5EF4-FFF2-40B4-BE49-F238E27FC236}">
                <a16:creationId xmlns:a16="http://schemas.microsoft.com/office/drawing/2014/main" id="{5CFD1A78-86F7-4766-0D7C-C022E9A423B2}"/>
              </a:ext>
            </a:extLst>
          </p:cNvPr>
          <p:cNvSpPr/>
          <p:nvPr/>
        </p:nvSpPr>
        <p:spPr>
          <a:xfrm>
            <a:off x="1808163" y="6148388"/>
            <a:ext cx="7337425" cy="711200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1"/>
              </a:gs>
              <a:gs pos="40000">
                <a:schemeClr val="accent1">
                  <a:lumMod val="40000"/>
                  <a:lumOff val="60000"/>
                </a:schemeClr>
              </a:gs>
              <a:gs pos="4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/>
          </a:p>
        </p:txBody>
      </p:sp>
      <p:sp>
        <p:nvSpPr>
          <p:cNvPr id="6" name="Freeform 9">
            <a:extLst>
              <a:ext uri="{FF2B5EF4-FFF2-40B4-BE49-F238E27FC236}">
                <a16:creationId xmlns:a16="http://schemas.microsoft.com/office/drawing/2014/main" id="{357CBC65-1684-1C61-1747-153C5486E27C}"/>
              </a:ext>
            </a:extLst>
          </p:cNvPr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2000">
                <a:schemeClr val="accent3">
                  <a:lumMod val="40000"/>
                  <a:lumOff val="60000"/>
                </a:schemeClr>
              </a:gs>
              <a:gs pos="66000">
                <a:schemeClr val="accent3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D018E8B7-5122-68B7-0F7F-AE59BBCC5B03}"/>
              </a:ext>
            </a:extLst>
          </p:cNvPr>
          <p:cNvSpPr/>
          <p:nvPr/>
        </p:nvSpPr>
        <p:spPr>
          <a:xfrm>
            <a:off x="0" y="5411788"/>
            <a:ext cx="7605713" cy="928687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Freeform 11">
            <a:extLst>
              <a:ext uri="{FF2B5EF4-FFF2-40B4-BE49-F238E27FC236}">
                <a16:creationId xmlns:a16="http://schemas.microsoft.com/office/drawing/2014/main" id="{0595D8BC-D98C-034F-263E-1BAEB45455AD}"/>
              </a:ext>
            </a:extLst>
          </p:cNvPr>
          <p:cNvSpPr/>
          <p:nvPr/>
        </p:nvSpPr>
        <p:spPr>
          <a:xfrm>
            <a:off x="1681163" y="6116638"/>
            <a:ext cx="7464425" cy="741362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535113"/>
            <a:ext cx="3657600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535113"/>
            <a:ext cx="3657600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685800" y="2209800"/>
            <a:ext cx="3657600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657600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03234B59-49CB-47F8-A3CE-E74D96D1EBF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FBC0F4B6-E2BC-B70B-381A-DA5460465F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17AF580E-5203-B13A-96E8-7388DD7A29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DCAC05-4379-7040-86A8-083C0C0827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2024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8">
            <a:extLst>
              <a:ext uri="{FF2B5EF4-FFF2-40B4-BE49-F238E27FC236}">
                <a16:creationId xmlns:a16="http://schemas.microsoft.com/office/drawing/2014/main" id="{0ED955A3-1986-FF77-C07C-416E31F2CFFF}"/>
              </a:ext>
            </a:extLst>
          </p:cNvPr>
          <p:cNvSpPr/>
          <p:nvPr/>
        </p:nvSpPr>
        <p:spPr>
          <a:xfrm>
            <a:off x="0" y="5010150"/>
            <a:ext cx="7439025" cy="157162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15827" h="1571625">
                <a:moveTo>
                  <a:pt x="0" y="0"/>
                </a:moveTo>
                <a:lnTo>
                  <a:pt x="7415827" y="866775"/>
                </a:lnTo>
                <a:lnTo>
                  <a:pt x="0" y="157162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24000">
                <a:srgbClr val="333333"/>
              </a:gs>
              <a:gs pos="90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Freeform 9">
            <a:extLst>
              <a:ext uri="{FF2B5EF4-FFF2-40B4-BE49-F238E27FC236}">
                <a16:creationId xmlns:a16="http://schemas.microsoft.com/office/drawing/2014/main" id="{81F19A53-18CE-11BA-27B8-78BB6E55676A}"/>
              </a:ext>
            </a:extLst>
          </p:cNvPr>
          <p:cNvSpPr/>
          <p:nvPr/>
        </p:nvSpPr>
        <p:spPr>
          <a:xfrm>
            <a:off x="0" y="5730875"/>
            <a:ext cx="9147175" cy="1127125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0 w 9144000"/>
              <a:gd name="connsiteY3" fmla="*/ 1065657 h 1075182"/>
              <a:gd name="connsiteX4" fmla="*/ 20 w 9144000"/>
              <a:gd name="connsiteY4" fmla="*/ 818007 h 1075182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854092 w 9124990"/>
              <a:gd name="connsiteY2" fmla="*/ 585026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9122615 w 9124990"/>
              <a:gd name="connsiteY2" fmla="*/ 1063889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766171 w 9124990"/>
              <a:gd name="connsiteY2" fmla="*/ 508228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8161"/>
              <a:gd name="connsiteY0" fmla="*/ 818007 h 1068407"/>
              <a:gd name="connsiteX1" fmla="*/ 9124990 w 9128161"/>
              <a:gd name="connsiteY1" fmla="*/ 0 h 1068407"/>
              <a:gd name="connsiteX2" fmla="*/ 9127369 w 9128161"/>
              <a:gd name="connsiteY2" fmla="*/ 1068407 h 1068407"/>
              <a:gd name="connsiteX3" fmla="*/ 0 w 9128161"/>
              <a:gd name="connsiteY3" fmla="*/ 1065657 h 1068407"/>
              <a:gd name="connsiteX4" fmla="*/ 20 w 9128161"/>
              <a:gd name="connsiteY4" fmla="*/ 818007 h 1068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28161" h="1068407">
                <a:moveTo>
                  <a:pt x="20" y="818007"/>
                </a:moveTo>
                <a:lnTo>
                  <a:pt x="9124990" y="0"/>
                </a:lnTo>
                <a:cubicBezTo>
                  <a:pt x="9124198" y="354630"/>
                  <a:pt x="9128161" y="713777"/>
                  <a:pt x="9127369" y="1068407"/>
                </a:cubicBezTo>
                <a:lnTo>
                  <a:pt x="0" y="1065657"/>
                </a:lnTo>
                <a:cubicBezTo>
                  <a:pt x="7" y="983107"/>
                  <a:pt x="13" y="900557"/>
                  <a:pt x="20" y="818007"/>
                </a:cubicBezTo>
                <a:close/>
              </a:path>
            </a:pathLst>
          </a:custGeom>
          <a:gradFill>
            <a:gsLst>
              <a:gs pos="39000">
                <a:schemeClr val="accent1"/>
              </a:gs>
              <a:gs pos="50000">
                <a:schemeClr val="accent1">
                  <a:lumMod val="40000"/>
                  <a:lumOff val="60000"/>
                </a:schemeClr>
              </a:gs>
              <a:gs pos="5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D86BECAA-52A5-C2D4-1ABE-D3C6550A0B3E}"/>
              </a:ext>
            </a:extLst>
          </p:cNvPr>
          <p:cNvSpPr/>
          <p:nvPr/>
        </p:nvSpPr>
        <p:spPr>
          <a:xfrm>
            <a:off x="0" y="4973638"/>
            <a:ext cx="7675563" cy="928687"/>
          </a:xfrm>
          <a:custGeom>
            <a:avLst/>
            <a:gdLst>
              <a:gd name="connsiteX0" fmla="*/ 0 w 7548466"/>
              <a:gd name="connsiteY0" fmla="*/ 0 h 933061"/>
              <a:gd name="connsiteX1" fmla="*/ 9331 w 7548466"/>
              <a:gd name="connsiteY1" fmla="*/ 65314 h 933061"/>
              <a:gd name="connsiteX2" fmla="*/ 7221894 w 7548466"/>
              <a:gd name="connsiteY2" fmla="*/ 933061 h 933061"/>
              <a:gd name="connsiteX3" fmla="*/ 7548466 w 7548466"/>
              <a:gd name="connsiteY3" fmla="*/ 914400 h 933061"/>
              <a:gd name="connsiteX4" fmla="*/ 0 w 7548466"/>
              <a:gd name="connsiteY4" fmla="*/ 0 h 933061"/>
              <a:gd name="connsiteX0" fmla="*/ 131163 w 7539135"/>
              <a:gd name="connsiteY0" fmla="*/ 0 h 1042598"/>
              <a:gd name="connsiteX1" fmla="*/ 0 w 7539135"/>
              <a:gd name="connsiteY1" fmla="*/ 174851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0 w 7407972"/>
              <a:gd name="connsiteY0" fmla="*/ 0 h 1042598"/>
              <a:gd name="connsiteX1" fmla="*/ 85531 w 7407972"/>
              <a:gd name="connsiteY1" fmla="*/ 134370 h 1042598"/>
              <a:gd name="connsiteX2" fmla="*/ 7081400 w 7407972"/>
              <a:gd name="connsiteY2" fmla="*/ 1042598 h 1042598"/>
              <a:gd name="connsiteX3" fmla="*/ 7407972 w 7407972"/>
              <a:gd name="connsiteY3" fmla="*/ 1023937 h 1042598"/>
              <a:gd name="connsiteX4" fmla="*/ 0 w 7407972"/>
              <a:gd name="connsiteY4" fmla="*/ 0 h 1042598"/>
              <a:gd name="connsiteX0" fmla="*/ 131163 w 7539135"/>
              <a:gd name="connsiteY0" fmla="*/ 0 h 1042598"/>
              <a:gd name="connsiteX1" fmla="*/ 0 w 7539135"/>
              <a:gd name="connsiteY1" fmla="*/ 193902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59725 w 7539135"/>
              <a:gd name="connsiteY0" fmla="*/ 0 h 892580"/>
              <a:gd name="connsiteX1" fmla="*/ 0 w 7539135"/>
              <a:gd name="connsiteY1" fmla="*/ 43884 h 892580"/>
              <a:gd name="connsiteX2" fmla="*/ 7212563 w 7539135"/>
              <a:gd name="connsiteY2" fmla="*/ 892580 h 892580"/>
              <a:gd name="connsiteX3" fmla="*/ 7539135 w 7539135"/>
              <a:gd name="connsiteY3" fmla="*/ 873919 h 892580"/>
              <a:gd name="connsiteX4" fmla="*/ 59725 w 7539135"/>
              <a:gd name="connsiteY4" fmla="*/ 0 h 892580"/>
              <a:gd name="connsiteX0" fmla="*/ 194 w 7539135"/>
              <a:gd name="connsiteY0" fmla="*/ 0 h 923536"/>
              <a:gd name="connsiteX1" fmla="*/ 0 w 7539135"/>
              <a:gd name="connsiteY1" fmla="*/ 74840 h 923536"/>
              <a:gd name="connsiteX2" fmla="*/ 7212563 w 7539135"/>
              <a:gd name="connsiteY2" fmla="*/ 923536 h 923536"/>
              <a:gd name="connsiteX3" fmla="*/ 7539135 w 7539135"/>
              <a:gd name="connsiteY3" fmla="*/ 904875 h 923536"/>
              <a:gd name="connsiteX4" fmla="*/ 194 w 7539135"/>
              <a:gd name="connsiteY4" fmla="*/ 0 h 923536"/>
              <a:gd name="connsiteX0" fmla="*/ 194 w 7539135"/>
              <a:gd name="connsiteY0" fmla="*/ 0 h 904875"/>
              <a:gd name="connsiteX1" fmla="*/ 0 w 7539135"/>
              <a:gd name="connsiteY1" fmla="*/ 74840 h 904875"/>
              <a:gd name="connsiteX2" fmla="*/ 7212563 w 7539135"/>
              <a:gd name="connsiteY2" fmla="*/ 883055 h 904875"/>
              <a:gd name="connsiteX3" fmla="*/ 7539135 w 7539135"/>
              <a:gd name="connsiteY3" fmla="*/ 904875 h 904875"/>
              <a:gd name="connsiteX4" fmla="*/ 194 w 7539135"/>
              <a:gd name="connsiteY4" fmla="*/ 0 h 904875"/>
              <a:gd name="connsiteX0" fmla="*/ 194 w 7703442"/>
              <a:gd name="connsiteY0" fmla="*/ 0 h 1016794"/>
              <a:gd name="connsiteX1" fmla="*/ 0 w 7703442"/>
              <a:gd name="connsiteY1" fmla="*/ 74840 h 1016794"/>
              <a:gd name="connsiteX2" fmla="*/ 7212563 w 7703442"/>
              <a:gd name="connsiteY2" fmla="*/ 883055 h 1016794"/>
              <a:gd name="connsiteX3" fmla="*/ 7703442 w 7703442"/>
              <a:gd name="connsiteY3" fmla="*/ 1016794 h 1016794"/>
              <a:gd name="connsiteX4" fmla="*/ 194 w 7703442"/>
              <a:gd name="connsiteY4" fmla="*/ 0 h 1016794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12563 w 7674867"/>
              <a:gd name="connsiteY2" fmla="*/ 883055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30680"/>
              <a:gd name="connsiteX1" fmla="*/ 0 w 7674867"/>
              <a:gd name="connsiteY1" fmla="*/ 74840 h 930680"/>
              <a:gd name="connsiteX2" fmla="*/ 7293526 w 7674867"/>
              <a:gd name="connsiteY2" fmla="*/ 930680 h 930680"/>
              <a:gd name="connsiteX3" fmla="*/ 7674867 w 7674867"/>
              <a:gd name="connsiteY3" fmla="*/ 897731 h 930680"/>
              <a:gd name="connsiteX4" fmla="*/ 194 w 7674867"/>
              <a:gd name="connsiteY4" fmla="*/ 0 h 930680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3526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38758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8289 w 7674867"/>
              <a:gd name="connsiteY2" fmla="*/ 661599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28299"/>
              <a:gd name="connsiteX1" fmla="*/ 0 w 7674867"/>
              <a:gd name="connsiteY1" fmla="*/ 74840 h 928299"/>
              <a:gd name="connsiteX2" fmla="*/ 7298289 w 7674867"/>
              <a:gd name="connsiteY2" fmla="*/ 928299 h 928299"/>
              <a:gd name="connsiteX3" fmla="*/ 7674867 w 7674867"/>
              <a:gd name="connsiteY3" fmla="*/ 897731 h 928299"/>
              <a:gd name="connsiteX4" fmla="*/ 194 w 7674867"/>
              <a:gd name="connsiteY4" fmla="*/ 0 h 928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74867" h="928299">
                <a:moveTo>
                  <a:pt x="194" y="0"/>
                </a:moveTo>
                <a:cubicBezTo>
                  <a:pt x="129" y="24947"/>
                  <a:pt x="65" y="49893"/>
                  <a:pt x="0" y="74840"/>
                </a:cubicBezTo>
                <a:lnTo>
                  <a:pt x="7298289" y="928299"/>
                </a:lnTo>
                <a:lnTo>
                  <a:pt x="7674867" y="897731"/>
                </a:lnTo>
                <a:lnTo>
                  <a:pt x="19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Freeform 11">
            <a:extLst>
              <a:ext uri="{FF2B5EF4-FFF2-40B4-BE49-F238E27FC236}">
                <a16:creationId xmlns:a16="http://schemas.microsoft.com/office/drawing/2014/main" id="{41E38C71-1C7C-2CFE-F707-2CA807127FD9}"/>
              </a:ext>
            </a:extLst>
          </p:cNvPr>
          <p:cNvSpPr/>
          <p:nvPr/>
        </p:nvSpPr>
        <p:spPr>
          <a:xfrm>
            <a:off x="-3175" y="5695950"/>
            <a:ext cx="9147175" cy="930275"/>
          </a:xfrm>
          <a:custGeom>
            <a:avLst/>
            <a:gdLst>
              <a:gd name="connsiteX0" fmla="*/ 9153331 w 9153331"/>
              <a:gd name="connsiteY0" fmla="*/ 0 h 951723"/>
              <a:gd name="connsiteX1" fmla="*/ 0 w 9153331"/>
              <a:gd name="connsiteY1" fmla="*/ 867747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3331 w 9153331"/>
              <a:gd name="connsiteY0" fmla="*/ 0 h 951723"/>
              <a:gd name="connsiteX1" fmla="*/ 107265 w 9153331"/>
              <a:gd name="connsiteY1" fmla="*/ 901085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5715 w 9155715"/>
              <a:gd name="connsiteY0" fmla="*/ 0 h 951723"/>
              <a:gd name="connsiteX1" fmla="*/ 0 w 9155715"/>
              <a:gd name="connsiteY1" fmla="*/ 865366 h 951723"/>
              <a:gd name="connsiteX2" fmla="*/ 2384 w 9155715"/>
              <a:gd name="connsiteY2" fmla="*/ 951723 h 951723"/>
              <a:gd name="connsiteX3" fmla="*/ 9155715 w 9155715"/>
              <a:gd name="connsiteY3" fmla="*/ 83976 h 951723"/>
              <a:gd name="connsiteX4" fmla="*/ 9155715 w 9155715"/>
              <a:gd name="connsiteY4" fmla="*/ 0 h 951723"/>
              <a:gd name="connsiteX0" fmla="*/ 9155715 w 9155715"/>
              <a:gd name="connsiteY0" fmla="*/ 0 h 894573"/>
              <a:gd name="connsiteX1" fmla="*/ 0 w 9155715"/>
              <a:gd name="connsiteY1" fmla="*/ 865366 h 894573"/>
              <a:gd name="connsiteX2" fmla="*/ 197847 w 9155715"/>
              <a:gd name="connsiteY2" fmla="*/ 894573 h 894573"/>
              <a:gd name="connsiteX3" fmla="*/ 9155715 w 9155715"/>
              <a:gd name="connsiteY3" fmla="*/ 83976 h 894573"/>
              <a:gd name="connsiteX4" fmla="*/ 9155715 w 9155715"/>
              <a:gd name="connsiteY4" fmla="*/ 0 h 894573"/>
              <a:gd name="connsiteX0" fmla="*/ 9155715 w 9155715"/>
              <a:gd name="connsiteY0" fmla="*/ 0 h 946961"/>
              <a:gd name="connsiteX1" fmla="*/ 0 w 9155715"/>
              <a:gd name="connsiteY1" fmla="*/ 865366 h 946961"/>
              <a:gd name="connsiteX2" fmla="*/ 4768 w 9155715"/>
              <a:gd name="connsiteY2" fmla="*/ 946961 h 946961"/>
              <a:gd name="connsiteX3" fmla="*/ 9155715 w 9155715"/>
              <a:gd name="connsiteY3" fmla="*/ 83976 h 946961"/>
              <a:gd name="connsiteX4" fmla="*/ 9155715 w 9155715"/>
              <a:gd name="connsiteY4" fmla="*/ 0 h 946961"/>
              <a:gd name="connsiteX0" fmla="*/ 9155715 w 9155715"/>
              <a:gd name="connsiteY0" fmla="*/ 0 h 894574"/>
              <a:gd name="connsiteX1" fmla="*/ 0 w 9155715"/>
              <a:gd name="connsiteY1" fmla="*/ 865366 h 894574"/>
              <a:gd name="connsiteX2" fmla="*/ 97732 w 9155715"/>
              <a:gd name="connsiteY2" fmla="*/ 894574 h 894574"/>
              <a:gd name="connsiteX3" fmla="*/ 9155715 w 9155715"/>
              <a:gd name="connsiteY3" fmla="*/ 83976 h 894574"/>
              <a:gd name="connsiteX4" fmla="*/ 9155715 w 9155715"/>
              <a:gd name="connsiteY4" fmla="*/ 0 h 894574"/>
              <a:gd name="connsiteX0" fmla="*/ 9155715 w 9155715"/>
              <a:gd name="connsiteY0" fmla="*/ 0 h 939818"/>
              <a:gd name="connsiteX1" fmla="*/ 0 w 9155715"/>
              <a:gd name="connsiteY1" fmla="*/ 865366 h 939818"/>
              <a:gd name="connsiteX2" fmla="*/ 2384 w 9155715"/>
              <a:gd name="connsiteY2" fmla="*/ 939818 h 939818"/>
              <a:gd name="connsiteX3" fmla="*/ 9155715 w 9155715"/>
              <a:gd name="connsiteY3" fmla="*/ 83976 h 939818"/>
              <a:gd name="connsiteX4" fmla="*/ 9155715 w 9155715"/>
              <a:gd name="connsiteY4" fmla="*/ 0 h 939818"/>
              <a:gd name="connsiteX0" fmla="*/ 9015078 w 9155715"/>
              <a:gd name="connsiteY0" fmla="*/ 0 h 873143"/>
              <a:gd name="connsiteX1" fmla="*/ 0 w 9155715"/>
              <a:gd name="connsiteY1" fmla="*/ 798691 h 873143"/>
              <a:gd name="connsiteX2" fmla="*/ 2384 w 9155715"/>
              <a:gd name="connsiteY2" fmla="*/ 873143 h 873143"/>
              <a:gd name="connsiteX3" fmla="*/ 9155715 w 9155715"/>
              <a:gd name="connsiteY3" fmla="*/ 17301 h 873143"/>
              <a:gd name="connsiteX4" fmla="*/ 9015078 w 9155715"/>
              <a:gd name="connsiteY4" fmla="*/ 0 h 873143"/>
              <a:gd name="connsiteX0" fmla="*/ 9160482 w 9160482"/>
              <a:gd name="connsiteY0" fmla="*/ 0 h 930293"/>
              <a:gd name="connsiteX1" fmla="*/ 0 w 9160482"/>
              <a:gd name="connsiteY1" fmla="*/ 855841 h 930293"/>
              <a:gd name="connsiteX2" fmla="*/ 2384 w 9160482"/>
              <a:gd name="connsiteY2" fmla="*/ 930293 h 930293"/>
              <a:gd name="connsiteX3" fmla="*/ 9155715 w 9160482"/>
              <a:gd name="connsiteY3" fmla="*/ 74451 h 930293"/>
              <a:gd name="connsiteX4" fmla="*/ 9160482 w 9160482"/>
              <a:gd name="connsiteY4" fmla="*/ 0 h 930293"/>
              <a:gd name="connsiteX0" fmla="*/ 9072286 w 9155715"/>
              <a:gd name="connsiteY0" fmla="*/ 0 h 885050"/>
              <a:gd name="connsiteX1" fmla="*/ 0 w 9155715"/>
              <a:gd name="connsiteY1" fmla="*/ 810598 h 885050"/>
              <a:gd name="connsiteX2" fmla="*/ 2384 w 9155715"/>
              <a:gd name="connsiteY2" fmla="*/ 885050 h 885050"/>
              <a:gd name="connsiteX3" fmla="*/ 9155715 w 9155715"/>
              <a:gd name="connsiteY3" fmla="*/ 29208 h 885050"/>
              <a:gd name="connsiteX4" fmla="*/ 9072286 w 9155715"/>
              <a:gd name="connsiteY4" fmla="*/ 0 h 885050"/>
              <a:gd name="connsiteX0" fmla="*/ 9155715 w 9155715"/>
              <a:gd name="connsiteY0" fmla="*/ 0 h 930294"/>
              <a:gd name="connsiteX1" fmla="*/ 0 w 9155715"/>
              <a:gd name="connsiteY1" fmla="*/ 855842 h 930294"/>
              <a:gd name="connsiteX2" fmla="*/ 2384 w 9155715"/>
              <a:gd name="connsiteY2" fmla="*/ 930294 h 930294"/>
              <a:gd name="connsiteX3" fmla="*/ 9155715 w 9155715"/>
              <a:gd name="connsiteY3" fmla="*/ 74452 h 930294"/>
              <a:gd name="connsiteX4" fmla="*/ 9155715 w 9155715"/>
              <a:gd name="connsiteY4" fmla="*/ 0 h 93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5715" h="930294">
                <a:moveTo>
                  <a:pt x="9155715" y="0"/>
                </a:moveTo>
                <a:lnTo>
                  <a:pt x="0" y="855842"/>
                </a:lnTo>
                <a:cubicBezTo>
                  <a:pt x="795" y="884628"/>
                  <a:pt x="1589" y="901508"/>
                  <a:pt x="2384" y="930294"/>
                </a:cubicBezTo>
                <a:lnTo>
                  <a:pt x="9155715" y="74452"/>
                </a:lnTo>
                <a:lnTo>
                  <a:pt x="91557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>
            <a:extLst>
              <a:ext uri="{FF2B5EF4-FFF2-40B4-BE49-F238E27FC236}">
                <a16:creationId xmlns:a16="http://schemas.microsoft.com/office/drawing/2014/main" id="{81A5F63A-0887-1735-A68E-F46A875E2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7FD93C2A-AA18-0CA0-88B7-D43A67A9A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8802734F-72A6-883E-A4EF-C209731C6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726D99-9396-B549-A50F-C97A925CBE3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1885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">
            <a:extLst>
              <a:ext uri="{FF2B5EF4-FFF2-40B4-BE49-F238E27FC236}">
                <a16:creationId xmlns:a16="http://schemas.microsoft.com/office/drawing/2014/main" id="{281FAAA2-E278-646C-AEA5-62AA9DFDB3CF}"/>
              </a:ext>
            </a:extLst>
          </p:cNvPr>
          <p:cNvSpPr/>
          <p:nvPr/>
        </p:nvSpPr>
        <p:spPr>
          <a:xfrm>
            <a:off x="0" y="5730875"/>
            <a:ext cx="9147175" cy="1127125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0 w 9144000"/>
              <a:gd name="connsiteY3" fmla="*/ 1065657 h 1075182"/>
              <a:gd name="connsiteX4" fmla="*/ 20 w 9144000"/>
              <a:gd name="connsiteY4" fmla="*/ 818007 h 1075182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854092 w 9124990"/>
              <a:gd name="connsiteY2" fmla="*/ 585026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9122615 w 9124990"/>
              <a:gd name="connsiteY2" fmla="*/ 1063889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766171 w 9124990"/>
              <a:gd name="connsiteY2" fmla="*/ 508228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8161"/>
              <a:gd name="connsiteY0" fmla="*/ 818007 h 1068407"/>
              <a:gd name="connsiteX1" fmla="*/ 9124990 w 9128161"/>
              <a:gd name="connsiteY1" fmla="*/ 0 h 1068407"/>
              <a:gd name="connsiteX2" fmla="*/ 9127369 w 9128161"/>
              <a:gd name="connsiteY2" fmla="*/ 1068407 h 1068407"/>
              <a:gd name="connsiteX3" fmla="*/ 0 w 9128161"/>
              <a:gd name="connsiteY3" fmla="*/ 1065657 h 1068407"/>
              <a:gd name="connsiteX4" fmla="*/ 20 w 9128161"/>
              <a:gd name="connsiteY4" fmla="*/ 818007 h 1068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28161" h="1068407">
                <a:moveTo>
                  <a:pt x="20" y="818007"/>
                </a:moveTo>
                <a:lnTo>
                  <a:pt x="9124990" y="0"/>
                </a:lnTo>
                <a:cubicBezTo>
                  <a:pt x="9124198" y="354630"/>
                  <a:pt x="9128161" y="713777"/>
                  <a:pt x="9127369" y="1068407"/>
                </a:cubicBezTo>
                <a:lnTo>
                  <a:pt x="0" y="1065657"/>
                </a:lnTo>
                <a:cubicBezTo>
                  <a:pt x="7" y="983107"/>
                  <a:pt x="13" y="900557"/>
                  <a:pt x="20" y="818007"/>
                </a:cubicBezTo>
                <a:close/>
              </a:path>
            </a:pathLst>
          </a:custGeom>
          <a:gradFill>
            <a:gsLst>
              <a:gs pos="39000">
                <a:schemeClr val="accent3"/>
              </a:gs>
              <a:gs pos="50000">
                <a:schemeClr val="accent3">
                  <a:lumMod val="40000"/>
                  <a:lumOff val="60000"/>
                </a:schemeClr>
              </a:gs>
              <a:gs pos="5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/>
          </a:p>
        </p:txBody>
      </p:sp>
      <p:sp>
        <p:nvSpPr>
          <p:cNvPr id="3" name="Freeform 9">
            <a:extLst>
              <a:ext uri="{FF2B5EF4-FFF2-40B4-BE49-F238E27FC236}">
                <a16:creationId xmlns:a16="http://schemas.microsoft.com/office/drawing/2014/main" id="{FAB5C2BB-F9BD-610A-F989-FB0FA5349524}"/>
              </a:ext>
            </a:extLst>
          </p:cNvPr>
          <p:cNvSpPr/>
          <p:nvPr/>
        </p:nvSpPr>
        <p:spPr>
          <a:xfrm>
            <a:off x="0" y="5381625"/>
            <a:ext cx="3286125" cy="1208088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6996854"/>
              <a:gd name="connsiteY0" fmla="*/ 0 h 1571625"/>
              <a:gd name="connsiteX1" fmla="*/ 6996854 w 6996854"/>
              <a:gd name="connsiteY1" fmla="*/ 1266825 h 1571625"/>
              <a:gd name="connsiteX2" fmla="*/ 0 w 6996854"/>
              <a:gd name="connsiteY2" fmla="*/ 1571625 h 1571625"/>
              <a:gd name="connsiteX3" fmla="*/ 0 w 6996854"/>
              <a:gd name="connsiteY3" fmla="*/ 0 h 1571625"/>
              <a:gd name="connsiteX0" fmla="*/ 0 w 7583417"/>
              <a:gd name="connsiteY0" fmla="*/ 0 h 800100"/>
              <a:gd name="connsiteX1" fmla="*/ 7583417 w 7583417"/>
              <a:gd name="connsiteY1" fmla="*/ 495300 h 800100"/>
              <a:gd name="connsiteX2" fmla="*/ 586563 w 7583417"/>
              <a:gd name="connsiteY2" fmla="*/ 800100 h 800100"/>
              <a:gd name="connsiteX3" fmla="*/ 0 w 7583417"/>
              <a:gd name="connsiteY3" fmla="*/ 0 h 800100"/>
              <a:gd name="connsiteX0" fmla="*/ 0 w 7017803"/>
              <a:gd name="connsiteY0" fmla="*/ 0 h 1200150"/>
              <a:gd name="connsiteX1" fmla="*/ 7017803 w 7017803"/>
              <a:gd name="connsiteY1" fmla="*/ 895350 h 1200150"/>
              <a:gd name="connsiteX2" fmla="*/ 20949 w 7017803"/>
              <a:gd name="connsiteY2" fmla="*/ 1200150 h 1200150"/>
              <a:gd name="connsiteX3" fmla="*/ 0 w 7017803"/>
              <a:gd name="connsiteY3" fmla="*/ 0 h 1200150"/>
              <a:gd name="connsiteX0" fmla="*/ 0 w 6410292"/>
              <a:gd name="connsiteY0" fmla="*/ 0 h 1752600"/>
              <a:gd name="connsiteX1" fmla="*/ 6410292 w 6410292"/>
              <a:gd name="connsiteY1" fmla="*/ 1752600 h 1752600"/>
              <a:gd name="connsiteX2" fmla="*/ 20949 w 6410292"/>
              <a:gd name="connsiteY2" fmla="*/ 1200150 h 1752600"/>
              <a:gd name="connsiteX3" fmla="*/ 0 w 6410292"/>
              <a:gd name="connsiteY3" fmla="*/ 0 h 1752600"/>
              <a:gd name="connsiteX0" fmla="*/ 0 w 7227290"/>
              <a:gd name="connsiteY0" fmla="*/ 0 h 1200150"/>
              <a:gd name="connsiteX1" fmla="*/ 7227290 w 7227290"/>
              <a:gd name="connsiteY1" fmla="*/ 885825 h 1200150"/>
              <a:gd name="connsiteX2" fmla="*/ 20949 w 7227290"/>
              <a:gd name="connsiteY2" fmla="*/ 1200150 h 1200150"/>
              <a:gd name="connsiteX3" fmla="*/ 0 w 7227290"/>
              <a:gd name="connsiteY3" fmla="*/ 0 h 1200150"/>
              <a:gd name="connsiteX0" fmla="*/ 0 w 7227290"/>
              <a:gd name="connsiteY0" fmla="*/ 0 h 885825"/>
              <a:gd name="connsiteX1" fmla="*/ 7227290 w 7227290"/>
              <a:gd name="connsiteY1" fmla="*/ 885825 h 885825"/>
              <a:gd name="connsiteX2" fmla="*/ 555141 w 7227290"/>
              <a:gd name="connsiteY2" fmla="*/ 862013 h 885825"/>
              <a:gd name="connsiteX3" fmla="*/ 0 w 7227290"/>
              <a:gd name="connsiteY3" fmla="*/ 0 h 885825"/>
              <a:gd name="connsiteX0" fmla="*/ 0 w 7227290"/>
              <a:gd name="connsiteY0" fmla="*/ 0 h 1207294"/>
              <a:gd name="connsiteX1" fmla="*/ 7227290 w 7227290"/>
              <a:gd name="connsiteY1" fmla="*/ 885825 h 1207294"/>
              <a:gd name="connsiteX2" fmla="*/ 0 w 7227290"/>
              <a:gd name="connsiteY2" fmla="*/ 1207294 h 1207294"/>
              <a:gd name="connsiteX3" fmla="*/ 0 w 7227290"/>
              <a:gd name="connsiteY3" fmla="*/ 0 h 1207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27290" h="1207294">
                <a:moveTo>
                  <a:pt x="0" y="0"/>
                </a:moveTo>
                <a:lnTo>
                  <a:pt x="7227290" y="885825"/>
                </a:lnTo>
                <a:lnTo>
                  <a:pt x="0" y="120729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24000">
                <a:srgbClr val="333333"/>
              </a:gs>
              <a:gs pos="90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B8364B8E-EB2C-380B-E36C-E7FDE9ED7699}"/>
              </a:ext>
            </a:extLst>
          </p:cNvPr>
          <p:cNvSpPr/>
          <p:nvPr/>
        </p:nvSpPr>
        <p:spPr>
          <a:xfrm>
            <a:off x="-3175" y="5695950"/>
            <a:ext cx="9147175" cy="930275"/>
          </a:xfrm>
          <a:custGeom>
            <a:avLst/>
            <a:gdLst>
              <a:gd name="connsiteX0" fmla="*/ 9153331 w 9153331"/>
              <a:gd name="connsiteY0" fmla="*/ 0 h 951723"/>
              <a:gd name="connsiteX1" fmla="*/ 0 w 9153331"/>
              <a:gd name="connsiteY1" fmla="*/ 867747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3331 w 9153331"/>
              <a:gd name="connsiteY0" fmla="*/ 0 h 951723"/>
              <a:gd name="connsiteX1" fmla="*/ 107265 w 9153331"/>
              <a:gd name="connsiteY1" fmla="*/ 901085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5715 w 9155715"/>
              <a:gd name="connsiteY0" fmla="*/ 0 h 951723"/>
              <a:gd name="connsiteX1" fmla="*/ 0 w 9155715"/>
              <a:gd name="connsiteY1" fmla="*/ 865366 h 951723"/>
              <a:gd name="connsiteX2" fmla="*/ 2384 w 9155715"/>
              <a:gd name="connsiteY2" fmla="*/ 951723 h 951723"/>
              <a:gd name="connsiteX3" fmla="*/ 9155715 w 9155715"/>
              <a:gd name="connsiteY3" fmla="*/ 83976 h 951723"/>
              <a:gd name="connsiteX4" fmla="*/ 9155715 w 9155715"/>
              <a:gd name="connsiteY4" fmla="*/ 0 h 951723"/>
              <a:gd name="connsiteX0" fmla="*/ 9155715 w 9155715"/>
              <a:gd name="connsiteY0" fmla="*/ 0 h 894573"/>
              <a:gd name="connsiteX1" fmla="*/ 0 w 9155715"/>
              <a:gd name="connsiteY1" fmla="*/ 865366 h 894573"/>
              <a:gd name="connsiteX2" fmla="*/ 197847 w 9155715"/>
              <a:gd name="connsiteY2" fmla="*/ 894573 h 894573"/>
              <a:gd name="connsiteX3" fmla="*/ 9155715 w 9155715"/>
              <a:gd name="connsiteY3" fmla="*/ 83976 h 894573"/>
              <a:gd name="connsiteX4" fmla="*/ 9155715 w 9155715"/>
              <a:gd name="connsiteY4" fmla="*/ 0 h 894573"/>
              <a:gd name="connsiteX0" fmla="*/ 9155715 w 9155715"/>
              <a:gd name="connsiteY0" fmla="*/ 0 h 946961"/>
              <a:gd name="connsiteX1" fmla="*/ 0 w 9155715"/>
              <a:gd name="connsiteY1" fmla="*/ 865366 h 946961"/>
              <a:gd name="connsiteX2" fmla="*/ 4768 w 9155715"/>
              <a:gd name="connsiteY2" fmla="*/ 946961 h 946961"/>
              <a:gd name="connsiteX3" fmla="*/ 9155715 w 9155715"/>
              <a:gd name="connsiteY3" fmla="*/ 83976 h 946961"/>
              <a:gd name="connsiteX4" fmla="*/ 9155715 w 9155715"/>
              <a:gd name="connsiteY4" fmla="*/ 0 h 946961"/>
              <a:gd name="connsiteX0" fmla="*/ 9155715 w 9155715"/>
              <a:gd name="connsiteY0" fmla="*/ 0 h 894574"/>
              <a:gd name="connsiteX1" fmla="*/ 0 w 9155715"/>
              <a:gd name="connsiteY1" fmla="*/ 865366 h 894574"/>
              <a:gd name="connsiteX2" fmla="*/ 97732 w 9155715"/>
              <a:gd name="connsiteY2" fmla="*/ 894574 h 894574"/>
              <a:gd name="connsiteX3" fmla="*/ 9155715 w 9155715"/>
              <a:gd name="connsiteY3" fmla="*/ 83976 h 894574"/>
              <a:gd name="connsiteX4" fmla="*/ 9155715 w 9155715"/>
              <a:gd name="connsiteY4" fmla="*/ 0 h 894574"/>
              <a:gd name="connsiteX0" fmla="*/ 9155715 w 9155715"/>
              <a:gd name="connsiteY0" fmla="*/ 0 h 939818"/>
              <a:gd name="connsiteX1" fmla="*/ 0 w 9155715"/>
              <a:gd name="connsiteY1" fmla="*/ 865366 h 939818"/>
              <a:gd name="connsiteX2" fmla="*/ 2384 w 9155715"/>
              <a:gd name="connsiteY2" fmla="*/ 939818 h 939818"/>
              <a:gd name="connsiteX3" fmla="*/ 9155715 w 9155715"/>
              <a:gd name="connsiteY3" fmla="*/ 83976 h 939818"/>
              <a:gd name="connsiteX4" fmla="*/ 9155715 w 9155715"/>
              <a:gd name="connsiteY4" fmla="*/ 0 h 939818"/>
              <a:gd name="connsiteX0" fmla="*/ 9015078 w 9155715"/>
              <a:gd name="connsiteY0" fmla="*/ 0 h 873143"/>
              <a:gd name="connsiteX1" fmla="*/ 0 w 9155715"/>
              <a:gd name="connsiteY1" fmla="*/ 798691 h 873143"/>
              <a:gd name="connsiteX2" fmla="*/ 2384 w 9155715"/>
              <a:gd name="connsiteY2" fmla="*/ 873143 h 873143"/>
              <a:gd name="connsiteX3" fmla="*/ 9155715 w 9155715"/>
              <a:gd name="connsiteY3" fmla="*/ 17301 h 873143"/>
              <a:gd name="connsiteX4" fmla="*/ 9015078 w 9155715"/>
              <a:gd name="connsiteY4" fmla="*/ 0 h 873143"/>
              <a:gd name="connsiteX0" fmla="*/ 9160482 w 9160482"/>
              <a:gd name="connsiteY0" fmla="*/ 0 h 930293"/>
              <a:gd name="connsiteX1" fmla="*/ 0 w 9160482"/>
              <a:gd name="connsiteY1" fmla="*/ 855841 h 930293"/>
              <a:gd name="connsiteX2" fmla="*/ 2384 w 9160482"/>
              <a:gd name="connsiteY2" fmla="*/ 930293 h 930293"/>
              <a:gd name="connsiteX3" fmla="*/ 9155715 w 9160482"/>
              <a:gd name="connsiteY3" fmla="*/ 74451 h 930293"/>
              <a:gd name="connsiteX4" fmla="*/ 9160482 w 9160482"/>
              <a:gd name="connsiteY4" fmla="*/ 0 h 930293"/>
              <a:gd name="connsiteX0" fmla="*/ 9072286 w 9155715"/>
              <a:gd name="connsiteY0" fmla="*/ 0 h 885050"/>
              <a:gd name="connsiteX1" fmla="*/ 0 w 9155715"/>
              <a:gd name="connsiteY1" fmla="*/ 810598 h 885050"/>
              <a:gd name="connsiteX2" fmla="*/ 2384 w 9155715"/>
              <a:gd name="connsiteY2" fmla="*/ 885050 h 885050"/>
              <a:gd name="connsiteX3" fmla="*/ 9155715 w 9155715"/>
              <a:gd name="connsiteY3" fmla="*/ 29208 h 885050"/>
              <a:gd name="connsiteX4" fmla="*/ 9072286 w 9155715"/>
              <a:gd name="connsiteY4" fmla="*/ 0 h 885050"/>
              <a:gd name="connsiteX0" fmla="*/ 9155715 w 9155715"/>
              <a:gd name="connsiteY0" fmla="*/ 0 h 930294"/>
              <a:gd name="connsiteX1" fmla="*/ 0 w 9155715"/>
              <a:gd name="connsiteY1" fmla="*/ 855842 h 930294"/>
              <a:gd name="connsiteX2" fmla="*/ 2384 w 9155715"/>
              <a:gd name="connsiteY2" fmla="*/ 930294 h 930294"/>
              <a:gd name="connsiteX3" fmla="*/ 9155715 w 9155715"/>
              <a:gd name="connsiteY3" fmla="*/ 74452 h 930294"/>
              <a:gd name="connsiteX4" fmla="*/ 9155715 w 9155715"/>
              <a:gd name="connsiteY4" fmla="*/ 0 h 93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5715" h="930294">
                <a:moveTo>
                  <a:pt x="9155715" y="0"/>
                </a:moveTo>
                <a:lnTo>
                  <a:pt x="0" y="855842"/>
                </a:lnTo>
                <a:cubicBezTo>
                  <a:pt x="795" y="884628"/>
                  <a:pt x="1589" y="901508"/>
                  <a:pt x="2384" y="930294"/>
                </a:cubicBezTo>
                <a:lnTo>
                  <a:pt x="9155715" y="74452"/>
                </a:lnTo>
                <a:lnTo>
                  <a:pt x="91557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Freeform 11">
            <a:extLst>
              <a:ext uri="{FF2B5EF4-FFF2-40B4-BE49-F238E27FC236}">
                <a16:creationId xmlns:a16="http://schemas.microsoft.com/office/drawing/2014/main" id="{AC7AE72E-E63F-FAB5-0C90-E2C6BB37D506}"/>
              </a:ext>
            </a:extLst>
          </p:cNvPr>
          <p:cNvSpPr/>
          <p:nvPr/>
        </p:nvSpPr>
        <p:spPr>
          <a:xfrm>
            <a:off x="0" y="5346700"/>
            <a:ext cx="3425825" cy="944563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2830674 w 7605568"/>
              <a:gd name="connsiteY2" fmla="*/ 806612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2930931"/>
              <a:gd name="connsiteY0" fmla="*/ 0 h 806612"/>
              <a:gd name="connsiteX1" fmla="*/ 0 w 2930931"/>
              <a:gd name="connsiteY1" fmla="*/ 75665 h 806612"/>
              <a:gd name="connsiteX2" fmla="*/ 2830674 w 2930931"/>
              <a:gd name="connsiteY2" fmla="*/ 806612 h 806612"/>
              <a:gd name="connsiteX3" fmla="*/ 2930931 w 2930931"/>
              <a:gd name="connsiteY3" fmla="*/ 785765 h 806612"/>
              <a:gd name="connsiteX4" fmla="*/ 1 w 2930931"/>
              <a:gd name="connsiteY4" fmla="*/ 0 h 806612"/>
              <a:gd name="connsiteX0" fmla="*/ 1 w 3204530"/>
              <a:gd name="connsiteY0" fmla="*/ 0 h 944725"/>
              <a:gd name="connsiteX1" fmla="*/ 0 w 3204530"/>
              <a:gd name="connsiteY1" fmla="*/ 75665 h 944725"/>
              <a:gd name="connsiteX2" fmla="*/ 3204530 w 3204530"/>
              <a:gd name="connsiteY2" fmla="*/ 944725 h 944725"/>
              <a:gd name="connsiteX3" fmla="*/ 2930931 w 3204530"/>
              <a:gd name="connsiteY3" fmla="*/ 785765 h 944725"/>
              <a:gd name="connsiteX4" fmla="*/ 1 w 3204530"/>
              <a:gd name="connsiteY4" fmla="*/ 0 h 944725"/>
              <a:gd name="connsiteX0" fmla="*/ 1 w 3426231"/>
              <a:gd name="connsiteY0" fmla="*/ 0 h 944725"/>
              <a:gd name="connsiteX1" fmla="*/ 0 w 3426231"/>
              <a:gd name="connsiteY1" fmla="*/ 75665 h 944725"/>
              <a:gd name="connsiteX2" fmla="*/ 3204530 w 3426231"/>
              <a:gd name="connsiteY2" fmla="*/ 944725 h 944725"/>
              <a:gd name="connsiteX3" fmla="*/ 3426231 w 3426231"/>
              <a:gd name="connsiteY3" fmla="*/ 923877 h 944725"/>
              <a:gd name="connsiteX4" fmla="*/ 1 w 3426231"/>
              <a:gd name="connsiteY4" fmla="*/ 0 h 94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6231" h="944725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3204530" y="944725"/>
                </a:lnTo>
                <a:lnTo>
                  <a:pt x="3426231" y="923877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6CCDFED6-2327-92CF-5DD0-D82621A33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5FE8868-2806-37CB-7008-C65B47EDC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57AB8AD3-F474-BB66-1E1E-CD71DF369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344C30-E48C-1647-B23D-B9941818E6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3863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8">
            <a:extLst>
              <a:ext uri="{FF2B5EF4-FFF2-40B4-BE49-F238E27FC236}">
                <a16:creationId xmlns:a16="http://schemas.microsoft.com/office/drawing/2014/main" id="{F7D19197-6663-881F-E38A-2209918F5F4C}"/>
              </a:ext>
            </a:extLst>
          </p:cNvPr>
          <p:cNvSpPr/>
          <p:nvPr/>
        </p:nvSpPr>
        <p:spPr>
          <a:xfrm>
            <a:off x="0" y="5010150"/>
            <a:ext cx="7439025" cy="157162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15827" h="1571625">
                <a:moveTo>
                  <a:pt x="0" y="0"/>
                </a:moveTo>
                <a:lnTo>
                  <a:pt x="7415827" y="866775"/>
                </a:lnTo>
                <a:lnTo>
                  <a:pt x="0" y="157162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24000">
                <a:srgbClr val="333333"/>
              </a:gs>
              <a:gs pos="90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Freeform 9">
            <a:extLst>
              <a:ext uri="{FF2B5EF4-FFF2-40B4-BE49-F238E27FC236}">
                <a16:creationId xmlns:a16="http://schemas.microsoft.com/office/drawing/2014/main" id="{EC2C69F0-6E5F-D0AD-A6AA-68CF9E23D06A}"/>
              </a:ext>
            </a:extLst>
          </p:cNvPr>
          <p:cNvSpPr/>
          <p:nvPr/>
        </p:nvSpPr>
        <p:spPr>
          <a:xfrm>
            <a:off x="0" y="5730875"/>
            <a:ext cx="9147175" cy="1127125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0 w 9144000"/>
              <a:gd name="connsiteY3" fmla="*/ 1065657 h 1075182"/>
              <a:gd name="connsiteX4" fmla="*/ 20 w 9144000"/>
              <a:gd name="connsiteY4" fmla="*/ 818007 h 1075182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854092 w 9124990"/>
              <a:gd name="connsiteY2" fmla="*/ 585026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9122615 w 9124990"/>
              <a:gd name="connsiteY2" fmla="*/ 1063889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766171 w 9124990"/>
              <a:gd name="connsiteY2" fmla="*/ 508228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8161"/>
              <a:gd name="connsiteY0" fmla="*/ 818007 h 1068407"/>
              <a:gd name="connsiteX1" fmla="*/ 9124990 w 9128161"/>
              <a:gd name="connsiteY1" fmla="*/ 0 h 1068407"/>
              <a:gd name="connsiteX2" fmla="*/ 9127369 w 9128161"/>
              <a:gd name="connsiteY2" fmla="*/ 1068407 h 1068407"/>
              <a:gd name="connsiteX3" fmla="*/ 0 w 9128161"/>
              <a:gd name="connsiteY3" fmla="*/ 1065657 h 1068407"/>
              <a:gd name="connsiteX4" fmla="*/ 20 w 9128161"/>
              <a:gd name="connsiteY4" fmla="*/ 818007 h 1068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28161" h="1068407">
                <a:moveTo>
                  <a:pt x="20" y="818007"/>
                </a:moveTo>
                <a:lnTo>
                  <a:pt x="9124990" y="0"/>
                </a:lnTo>
                <a:cubicBezTo>
                  <a:pt x="9124198" y="354630"/>
                  <a:pt x="9128161" y="713777"/>
                  <a:pt x="9127369" y="1068407"/>
                </a:cubicBezTo>
                <a:lnTo>
                  <a:pt x="0" y="1065657"/>
                </a:lnTo>
                <a:cubicBezTo>
                  <a:pt x="7" y="983107"/>
                  <a:pt x="13" y="900557"/>
                  <a:pt x="20" y="818007"/>
                </a:cubicBezTo>
                <a:close/>
              </a:path>
            </a:pathLst>
          </a:custGeom>
          <a:gradFill>
            <a:gsLst>
              <a:gs pos="39000">
                <a:schemeClr val="accent1"/>
              </a:gs>
              <a:gs pos="50000">
                <a:schemeClr val="accent1">
                  <a:lumMod val="40000"/>
                  <a:lumOff val="60000"/>
                </a:schemeClr>
              </a:gs>
              <a:gs pos="5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9A784F81-02F6-BCD0-9978-404EDE57AD5E}"/>
              </a:ext>
            </a:extLst>
          </p:cNvPr>
          <p:cNvSpPr/>
          <p:nvPr/>
        </p:nvSpPr>
        <p:spPr>
          <a:xfrm>
            <a:off x="0" y="4973638"/>
            <a:ext cx="7675563" cy="928687"/>
          </a:xfrm>
          <a:custGeom>
            <a:avLst/>
            <a:gdLst>
              <a:gd name="connsiteX0" fmla="*/ 0 w 7548466"/>
              <a:gd name="connsiteY0" fmla="*/ 0 h 933061"/>
              <a:gd name="connsiteX1" fmla="*/ 9331 w 7548466"/>
              <a:gd name="connsiteY1" fmla="*/ 65314 h 933061"/>
              <a:gd name="connsiteX2" fmla="*/ 7221894 w 7548466"/>
              <a:gd name="connsiteY2" fmla="*/ 933061 h 933061"/>
              <a:gd name="connsiteX3" fmla="*/ 7548466 w 7548466"/>
              <a:gd name="connsiteY3" fmla="*/ 914400 h 933061"/>
              <a:gd name="connsiteX4" fmla="*/ 0 w 7548466"/>
              <a:gd name="connsiteY4" fmla="*/ 0 h 933061"/>
              <a:gd name="connsiteX0" fmla="*/ 131163 w 7539135"/>
              <a:gd name="connsiteY0" fmla="*/ 0 h 1042598"/>
              <a:gd name="connsiteX1" fmla="*/ 0 w 7539135"/>
              <a:gd name="connsiteY1" fmla="*/ 174851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0 w 7407972"/>
              <a:gd name="connsiteY0" fmla="*/ 0 h 1042598"/>
              <a:gd name="connsiteX1" fmla="*/ 85531 w 7407972"/>
              <a:gd name="connsiteY1" fmla="*/ 134370 h 1042598"/>
              <a:gd name="connsiteX2" fmla="*/ 7081400 w 7407972"/>
              <a:gd name="connsiteY2" fmla="*/ 1042598 h 1042598"/>
              <a:gd name="connsiteX3" fmla="*/ 7407972 w 7407972"/>
              <a:gd name="connsiteY3" fmla="*/ 1023937 h 1042598"/>
              <a:gd name="connsiteX4" fmla="*/ 0 w 7407972"/>
              <a:gd name="connsiteY4" fmla="*/ 0 h 1042598"/>
              <a:gd name="connsiteX0" fmla="*/ 131163 w 7539135"/>
              <a:gd name="connsiteY0" fmla="*/ 0 h 1042598"/>
              <a:gd name="connsiteX1" fmla="*/ 0 w 7539135"/>
              <a:gd name="connsiteY1" fmla="*/ 193902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59725 w 7539135"/>
              <a:gd name="connsiteY0" fmla="*/ 0 h 892580"/>
              <a:gd name="connsiteX1" fmla="*/ 0 w 7539135"/>
              <a:gd name="connsiteY1" fmla="*/ 43884 h 892580"/>
              <a:gd name="connsiteX2" fmla="*/ 7212563 w 7539135"/>
              <a:gd name="connsiteY2" fmla="*/ 892580 h 892580"/>
              <a:gd name="connsiteX3" fmla="*/ 7539135 w 7539135"/>
              <a:gd name="connsiteY3" fmla="*/ 873919 h 892580"/>
              <a:gd name="connsiteX4" fmla="*/ 59725 w 7539135"/>
              <a:gd name="connsiteY4" fmla="*/ 0 h 892580"/>
              <a:gd name="connsiteX0" fmla="*/ 194 w 7539135"/>
              <a:gd name="connsiteY0" fmla="*/ 0 h 923536"/>
              <a:gd name="connsiteX1" fmla="*/ 0 w 7539135"/>
              <a:gd name="connsiteY1" fmla="*/ 74840 h 923536"/>
              <a:gd name="connsiteX2" fmla="*/ 7212563 w 7539135"/>
              <a:gd name="connsiteY2" fmla="*/ 923536 h 923536"/>
              <a:gd name="connsiteX3" fmla="*/ 7539135 w 7539135"/>
              <a:gd name="connsiteY3" fmla="*/ 904875 h 923536"/>
              <a:gd name="connsiteX4" fmla="*/ 194 w 7539135"/>
              <a:gd name="connsiteY4" fmla="*/ 0 h 923536"/>
              <a:gd name="connsiteX0" fmla="*/ 194 w 7539135"/>
              <a:gd name="connsiteY0" fmla="*/ 0 h 904875"/>
              <a:gd name="connsiteX1" fmla="*/ 0 w 7539135"/>
              <a:gd name="connsiteY1" fmla="*/ 74840 h 904875"/>
              <a:gd name="connsiteX2" fmla="*/ 7212563 w 7539135"/>
              <a:gd name="connsiteY2" fmla="*/ 883055 h 904875"/>
              <a:gd name="connsiteX3" fmla="*/ 7539135 w 7539135"/>
              <a:gd name="connsiteY3" fmla="*/ 904875 h 904875"/>
              <a:gd name="connsiteX4" fmla="*/ 194 w 7539135"/>
              <a:gd name="connsiteY4" fmla="*/ 0 h 904875"/>
              <a:gd name="connsiteX0" fmla="*/ 194 w 7703442"/>
              <a:gd name="connsiteY0" fmla="*/ 0 h 1016794"/>
              <a:gd name="connsiteX1" fmla="*/ 0 w 7703442"/>
              <a:gd name="connsiteY1" fmla="*/ 74840 h 1016794"/>
              <a:gd name="connsiteX2" fmla="*/ 7212563 w 7703442"/>
              <a:gd name="connsiteY2" fmla="*/ 883055 h 1016794"/>
              <a:gd name="connsiteX3" fmla="*/ 7703442 w 7703442"/>
              <a:gd name="connsiteY3" fmla="*/ 1016794 h 1016794"/>
              <a:gd name="connsiteX4" fmla="*/ 194 w 7703442"/>
              <a:gd name="connsiteY4" fmla="*/ 0 h 1016794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12563 w 7674867"/>
              <a:gd name="connsiteY2" fmla="*/ 883055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30680"/>
              <a:gd name="connsiteX1" fmla="*/ 0 w 7674867"/>
              <a:gd name="connsiteY1" fmla="*/ 74840 h 930680"/>
              <a:gd name="connsiteX2" fmla="*/ 7293526 w 7674867"/>
              <a:gd name="connsiteY2" fmla="*/ 930680 h 930680"/>
              <a:gd name="connsiteX3" fmla="*/ 7674867 w 7674867"/>
              <a:gd name="connsiteY3" fmla="*/ 897731 h 930680"/>
              <a:gd name="connsiteX4" fmla="*/ 194 w 7674867"/>
              <a:gd name="connsiteY4" fmla="*/ 0 h 930680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3526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38758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8289 w 7674867"/>
              <a:gd name="connsiteY2" fmla="*/ 661599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28299"/>
              <a:gd name="connsiteX1" fmla="*/ 0 w 7674867"/>
              <a:gd name="connsiteY1" fmla="*/ 74840 h 928299"/>
              <a:gd name="connsiteX2" fmla="*/ 7298289 w 7674867"/>
              <a:gd name="connsiteY2" fmla="*/ 928299 h 928299"/>
              <a:gd name="connsiteX3" fmla="*/ 7674867 w 7674867"/>
              <a:gd name="connsiteY3" fmla="*/ 897731 h 928299"/>
              <a:gd name="connsiteX4" fmla="*/ 194 w 7674867"/>
              <a:gd name="connsiteY4" fmla="*/ 0 h 928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74867" h="928299">
                <a:moveTo>
                  <a:pt x="194" y="0"/>
                </a:moveTo>
                <a:cubicBezTo>
                  <a:pt x="129" y="24947"/>
                  <a:pt x="65" y="49893"/>
                  <a:pt x="0" y="74840"/>
                </a:cubicBezTo>
                <a:lnTo>
                  <a:pt x="7298289" y="928299"/>
                </a:lnTo>
                <a:lnTo>
                  <a:pt x="7674867" y="897731"/>
                </a:lnTo>
                <a:lnTo>
                  <a:pt x="19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Freeform 11">
            <a:extLst>
              <a:ext uri="{FF2B5EF4-FFF2-40B4-BE49-F238E27FC236}">
                <a16:creationId xmlns:a16="http://schemas.microsoft.com/office/drawing/2014/main" id="{0038E1D8-7120-5EBD-C4A1-23A67F783043}"/>
              </a:ext>
            </a:extLst>
          </p:cNvPr>
          <p:cNvSpPr/>
          <p:nvPr/>
        </p:nvSpPr>
        <p:spPr>
          <a:xfrm>
            <a:off x="-3175" y="5695950"/>
            <a:ext cx="9147175" cy="930275"/>
          </a:xfrm>
          <a:custGeom>
            <a:avLst/>
            <a:gdLst>
              <a:gd name="connsiteX0" fmla="*/ 9153331 w 9153331"/>
              <a:gd name="connsiteY0" fmla="*/ 0 h 951723"/>
              <a:gd name="connsiteX1" fmla="*/ 0 w 9153331"/>
              <a:gd name="connsiteY1" fmla="*/ 867747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3331 w 9153331"/>
              <a:gd name="connsiteY0" fmla="*/ 0 h 951723"/>
              <a:gd name="connsiteX1" fmla="*/ 107265 w 9153331"/>
              <a:gd name="connsiteY1" fmla="*/ 901085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5715 w 9155715"/>
              <a:gd name="connsiteY0" fmla="*/ 0 h 951723"/>
              <a:gd name="connsiteX1" fmla="*/ 0 w 9155715"/>
              <a:gd name="connsiteY1" fmla="*/ 865366 h 951723"/>
              <a:gd name="connsiteX2" fmla="*/ 2384 w 9155715"/>
              <a:gd name="connsiteY2" fmla="*/ 951723 h 951723"/>
              <a:gd name="connsiteX3" fmla="*/ 9155715 w 9155715"/>
              <a:gd name="connsiteY3" fmla="*/ 83976 h 951723"/>
              <a:gd name="connsiteX4" fmla="*/ 9155715 w 9155715"/>
              <a:gd name="connsiteY4" fmla="*/ 0 h 951723"/>
              <a:gd name="connsiteX0" fmla="*/ 9155715 w 9155715"/>
              <a:gd name="connsiteY0" fmla="*/ 0 h 894573"/>
              <a:gd name="connsiteX1" fmla="*/ 0 w 9155715"/>
              <a:gd name="connsiteY1" fmla="*/ 865366 h 894573"/>
              <a:gd name="connsiteX2" fmla="*/ 197847 w 9155715"/>
              <a:gd name="connsiteY2" fmla="*/ 894573 h 894573"/>
              <a:gd name="connsiteX3" fmla="*/ 9155715 w 9155715"/>
              <a:gd name="connsiteY3" fmla="*/ 83976 h 894573"/>
              <a:gd name="connsiteX4" fmla="*/ 9155715 w 9155715"/>
              <a:gd name="connsiteY4" fmla="*/ 0 h 894573"/>
              <a:gd name="connsiteX0" fmla="*/ 9155715 w 9155715"/>
              <a:gd name="connsiteY0" fmla="*/ 0 h 946961"/>
              <a:gd name="connsiteX1" fmla="*/ 0 w 9155715"/>
              <a:gd name="connsiteY1" fmla="*/ 865366 h 946961"/>
              <a:gd name="connsiteX2" fmla="*/ 4768 w 9155715"/>
              <a:gd name="connsiteY2" fmla="*/ 946961 h 946961"/>
              <a:gd name="connsiteX3" fmla="*/ 9155715 w 9155715"/>
              <a:gd name="connsiteY3" fmla="*/ 83976 h 946961"/>
              <a:gd name="connsiteX4" fmla="*/ 9155715 w 9155715"/>
              <a:gd name="connsiteY4" fmla="*/ 0 h 946961"/>
              <a:gd name="connsiteX0" fmla="*/ 9155715 w 9155715"/>
              <a:gd name="connsiteY0" fmla="*/ 0 h 894574"/>
              <a:gd name="connsiteX1" fmla="*/ 0 w 9155715"/>
              <a:gd name="connsiteY1" fmla="*/ 865366 h 894574"/>
              <a:gd name="connsiteX2" fmla="*/ 97732 w 9155715"/>
              <a:gd name="connsiteY2" fmla="*/ 894574 h 894574"/>
              <a:gd name="connsiteX3" fmla="*/ 9155715 w 9155715"/>
              <a:gd name="connsiteY3" fmla="*/ 83976 h 894574"/>
              <a:gd name="connsiteX4" fmla="*/ 9155715 w 9155715"/>
              <a:gd name="connsiteY4" fmla="*/ 0 h 894574"/>
              <a:gd name="connsiteX0" fmla="*/ 9155715 w 9155715"/>
              <a:gd name="connsiteY0" fmla="*/ 0 h 939818"/>
              <a:gd name="connsiteX1" fmla="*/ 0 w 9155715"/>
              <a:gd name="connsiteY1" fmla="*/ 865366 h 939818"/>
              <a:gd name="connsiteX2" fmla="*/ 2384 w 9155715"/>
              <a:gd name="connsiteY2" fmla="*/ 939818 h 939818"/>
              <a:gd name="connsiteX3" fmla="*/ 9155715 w 9155715"/>
              <a:gd name="connsiteY3" fmla="*/ 83976 h 939818"/>
              <a:gd name="connsiteX4" fmla="*/ 9155715 w 9155715"/>
              <a:gd name="connsiteY4" fmla="*/ 0 h 939818"/>
              <a:gd name="connsiteX0" fmla="*/ 9015078 w 9155715"/>
              <a:gd name="connsiteY0" fmla="*/ 0 h 873143"/>
              <a:gd name="connsiteX1" fmla="*/ 0 w 9155715"/>
              <a:gd name="connsiteY1" fmla="*/ 798691 h 873143"/>
              <a:gd name="connsiteX2" fmla="*/ 2384 w 9155715"/>
              <a:gd name="connsiteY2" fmla="*/ 873143 h 873143"/>
              <a:gd name="connsiteX3" fmla="*/ 9155715 w 9155715"/>
              <a:gd name="connsiteY3" fmla="*/ 17301 h 873143"/>
              <a:gd name="connsiteX4" fmla="*/ 9015078 w 9155715"/>
              <a:gd name="connsiteY4" fmla="*/ 0 h 873143"/>
              <a:gd name="connsiteX0" fmla="*/ 9160482 w 9160482"/>
              <a:gd name="connsiteY0" fmla="*/ 0 h 930293"/>
              <a:gd name="connsiteX1" fmla="*/ 0 w 9160482"/>
              <a:gd name="connsiteY1" fmla="*/ 855841 h 930293"/>
              <a:gd name="connsiteX2" fmla="*/ 2384 w 9160482"/>
              <a:gd name="connsiteY2" fmla="*/ 930293 h 930293"/>
              <a:gd name="connsiteX3" fmla="*/ 9155715 w 9160482"/>
              <a:gd name="connsiteY3" fmla="*/ 74451 h 930293"/>
              <a:gd name="connsiteX4" fmla="*/ 9160482 w 9160482"/>
              <a:gd name="connsiteY4" fmla="*/ 0 h 930293"/>
              <a:gd name="connsiteX0" fmla="*/ 9072286 w 9155715"/>
              <a:gd name="connsiteY0" fmla="*/ 0 h 885050"/>
              <a:gd name="connsiteX1" fmla="*/ 0 w 9155715"/>
              <a:gd name="connsiteY1" fmla="*/ 810598 h 885050"/>
              <a:gd name="connsiteX2" fmla="*/ 2384 w 9155715"/>
              <a:gd name="connsiteY2" fmla="*/ 885050 h 885050"/>
              <a:gd name="connsiteX3" fmla="*/ 9155715 w 9155715"/>
              <a:gd name="connsiteY3" fmla="*/ 29208 h 885050"/>
              <a:gd name="connsiteX4" fmla="*/ 9072286 w 9155715"/>
              <a:gd name="connsiteY4" fmla="*/ 0 h 885050"/>
              <a:gd name="connsiteX0" fmla="*/ 9155715 w 9155715"/>
              <a:gd name="connsiteY0" fmla="*/ 0 h 930294"/>
              <a:gd name="connsiteX1" fmla="*/ 0 w 9155715"/>
              <a:gd name="connsiteY1" fmla="*/ 855842 h 930294"/>
              <a:gd name="connsiteX2" fmla="*/ 2384 w 9155715"/>
              <a:gd name="connsiteY2" fmla="*/ 930294 h 930294"/>
              <a:gd name="connsiteX3" fmla="*/ 9155715 w 9155715"/>
              <a:gd name="connsiteY3" fmla="*/ 74452 h 930294"/>
              <a:gd name="connsiteX4" fmla="*/ 9155715 w 9155715"/>
              <a:gd name="connsiteY4" fmla="*/ 0 h 93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5715" h="930294">
                <a:moveTo>
                  <a:pt x="9155715" y="0"/>
                </a:moveTo>
                <a:lnTo>
                  <a:pt x="0" y="855842"/>
                </a:lnTo>
                <a:cubicBezTo>
                  <a:pt x="795" y="884628"/>
                  <a:pt x="1589" y="901508"/>
                  <a:pt x="2384" y="930294"/>
                </a:cubicBezTo>
                <a:lnTo>
                  <a:pt x="9155715" y="74452"/>
                </a:lnTo>
                <a:lnTo>
                  <a:pt x="91557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6656" y="609600"/>
            <a:ext cx="3383280" cy="914400"/>
          </a:xfrm>
        </p:spPr>
        <p:txBody>
          <a:bodyPr anchor="b">
            <a:noAutofit/>
          </a:bodyPr>
          <a:lstStyle>
            <a:lvl1pPr algn="l">
              <a:defRPr sz="22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572000" y="609600"/>
            <a:ext cx="38862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/>
          </p:nvPr>
        </p:nvSpPr>
        <p:spPr>
          <a:xfrm>
            <a:off x="676274" y="1527048"/>
            <a:ext cx="3383280" cy="329184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BAE641F6-08B2-E00E-3636-2439B033428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DC3132E2-A918-584A-E6B7-4F6FDE0A351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8F2012DF-FF5D-8EF3-AF03-5254DDCBC28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8790B0-9DC6-6A42-9DE4-16FA4993353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6458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">
            <a:extLst>
              <a:ext uri="{FF2B5EF4-FFF2-40B4-BE49-F238E27FC236}">
                <a16:creationId xmlns:a16="http://schemas.microsoft.com/office/drawing/2014/main" id="{CC87CD42-522F-64C1-34F0-C1532DB76697}"/>
              </a:ext>
            </a:extLst>
          </p:cNvPr>
          <p:cNvSpPr/>
          <p:nvPr/>
        </p:nvSpPr>
        <p:spPr>
          <a:xfrm>
            <a:off x="1808163" y="6148388"/>
            <a:ext cx="7337425" cy="711200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1"/>
              </a:gs>
              <a:gs pos="40000">
                <a:schemeClr val="accent1">
                  <a:lumMod val="40000"/>
                  <a:lumOff val="60000"/>
                </a:schemeClr>
              </a:gs>
              <a:gs pos="4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/>
          </a:p>
        </p:txBody>
      </p:sp>
      <p:sp>
        <p:nvSpPr>
          <p:cNvPr id="4" name="Freeform 9">
            <a:extLst>
              <a:ext uri="{FF2B5EF4-FFF2-40B4-BE49-F238E27FC236}">
                <a16:creationId xmlns:a16="http://schemas.microsoft.com/office/drawing/2014/main" id="{8C2AF2BF-EA04-3F58-A7B5-916728B5A1D3}"/>
              </a:ext>
            </a:extLst>
          </p:cNvPr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2000">
                <a:schemeClr val="accent3">
                  <a:lumMod val="40000"/>
                  <a:lumOff val="60000"/>
                </a:schemeClr>
              </a:gs>
              <a:gs pos="66000">
                <a:schemeClr val="accent3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9BEFF867-5CE6-1E7B-C575-AC13E50F63BC}"/>
              </a:ext>
            </a:extLst>
          </p:cNvPr>
          <p:cNvSpPr/>
          <p:nvPr/>
        </p:nvSpPr>
        <p:spPr>
          <a:xfrm>
            <a:off x="0" y="5411788"/>
            <a:ext cx="7605713" cy="928687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Freeform 11">
            <a:extLst>
              <a:ext uri="{FF2B5EF4-FFF2-40B4-BE49-F238E27FC236}">
                <a16:creationId xmlns:a16="http://schemas.microsoft.com/office/drawing/2014/main" id="{56366AB0-5E57-8770-4C06-80F8AB57E59F}"/>
              </a:ext>
            </a:extLst>
          </p:cNvPr>
          <p:cNvSpPr/>
          <p:nvPr/>
        </p:nvSpPr>
        <p:spPr>
          <a:xfrm>
            <a:off x="1681163" y="6116638"/>
            <a:ext cx="7464425" cy="741362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0" y="609600"/>
            <a:ext cx="3886200" cy="4190999"/>
          </a:xfrm>
          <a:ln w="79375">
            <a:solidFill>
              <a:schemeClr val="tx1"/>
            </a:solidFill>
            <a:miter lim="800000"/>
          </a:ln>
          <a:effectLst>
            <a:outerShdw blurRad="50800" dist="38100" dir="5400000" algn="ctr" rotWithShape="0">
              <a:srgbClr val="000000">
                <a:alpha val="42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25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76656" y="609600"/>
            <a:ext cx="3383280" cy="914400"/>
          </a:xfrm>
        </p:spPr>
        <p:txBody>
          <a:bodyPr anchor="b">
            <a:noAutofit/>
          </a:bodyPr>
          <a:lstStyle>
            <a:lvl1pPr algn="l">
              <a:defRPr sz="22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4"/>
          </p:nvPr>
        </p:nvSpPr>
        <p:spPr>
          <a:xfrm>
            <a:off x="676656" y="1524000"/>
            <a:ext cx="3381375" cy="329565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A3502A73-CDC1-F9CE-B926-CFE26F7150C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75FEB088-5319-2882-8AFD-F7CF69A1EF8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5901F8A9-7094-438F-B17D-3A1BE1EB0B3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BFCB2B-EDC9-3449-8D82-DCC67B436D4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9625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8">
            <a:extLst>
              <a:ext uri="{FF2B5EF4-FFF2-40B4-BE49-F238E27FC236}">
                <a16:creationId xmlns:a16="http://schemas.microsoft.com/office/drawing/2014/main" id="{3B5C68B2-13A5-B709-85BC-D3D4DF33394C}"/>
              </a:ext>
            </a:extLst>
          </p:cNvPr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6C124DA7-0303-93C4-9496-DE31D430A2C4}"/>
              </a:ext>
            </a:extLst>
          </p:cNvPr>
          <p:cNvSpPr/>
          <p:nvPr/>
        </p:nvSpPr>
        <p:spPr>
          <a:xfrm>
            <a:off x="1808163" y="6148388"/>
            <a:ext cx="7337425" cy="711200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6789B75A-C3E9-1B76-278F-067FF954E653}"/>
              </a:ext>
            </a:extLst>
          </p:cNvPr>
          <p:cNvSpPr/>
          <p:nvPr/>
        </p:nvSpPr>
        <p:spPr>
          <a:xfrm>
            <a:off x="0" y="5411788"/>
            <a:ext cx="7605713" cy="928687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Freeform 11">
            <a:extLst>
              <a:ext uri="{FF2B5EF4-FFF2-40B4-BE49-F238E27FC236}">
                <a16:creationId xmlns:a16="http://schemas.microsoft.com/office/drawing/2014/main" id="{0C833693-5327-CF38-41D8-06E5A3ADFAE8}"/>
              </a:ext>
            </a:extLst>
          </p:cNvPr>
          <p:cNvSpPr/>
          <p:nvPr/>
        </p:nvSpPr>
        <p:spPr>
          <a:xfrm>
            <a:off x="1681163" y="6116638"/>
            <a:ext cx="7464425" cy="741362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F31C620-D552-0479-5EE7-DDF54C2B8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B4E9451-3CB8-66F9-C418-A226F638A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468536C-0A4C-B6FC-E684-E94DE9928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8089C9-4B2F-214A-81DD-DFDBD0F97FB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8835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8">
            <a:extLst>
              <a:ext uri="{FF2B5EF4-FFF2-40B4-BE49-F238E27FC236}">
                <a16:creationId xmlns:a16="http://schemas.microsoft.com/office/drawing/2014/main" id="{C5F0F6FD-B59B-B3CF-E96A-E6BC7A0223C3}"/>
              </a:ext>
            </a:extLst>
          </p:cNvPr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D9D84452-AE36-5BA7-ADEE-9E8E351DE94E}"/>
              </a:ext>
            </a:extLst>
          </p:cNvPr>
          <p:cNvSpPr/>
          <p:nvPr/>
        </p:nvSpPr>
        <p:spPr>
          <a:xfrm>
            <a:off x="1808163" y="6148388"/>
            <a:ext cx="7337425" cy="711200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1808D2D1-EAA1-EC73-455E-5B06D0671771}"/>
              </a:ext>
            </a:extLst>
          </p:cNvPr>
          <p:cNvSpPr/>
          <p:nvPr/>
        </p:nvSpPr>
        <p:spPr>
          <a:xfrm>
            <a:off x="0" y="5411788"/>
            <a:ext cx="7605713" cy="928687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Freeform 11">
            <a:extLst>
              <a:ext uri="{FF2B5EF4-FFF2-40B4-BE49-F238E27FC236}">
                <a16:creationId xmlns:a16="http://schemas.microsoft.com/office/drawing/2014/main" id="{661590E6-0833-F492-10E5-AF06CC82D85D}"/>
              </a:ext>
            </a:extLst>
          </p:cNvPr>
          <p:cNvSpPr/>
          <p:nvPr/>
        </p:nvSpPr>
        <p:spPr>
          <a:xfrm>
            <a:off x="1681163" y="6116638"/>
            <a:ext cx="7464425" cy="741362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DB88F48-D9B1-77D1-9E20-8F6330678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9F485531-7D09-E657-0752-8D5B751A9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63B9320-CE7E-7966-458C-7C92B0B88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DA58FE-3724-7F4B-8288-995E7AF6D1A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9292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Rectangle 7">
            <a:extLst>
              <a:ext uri="{FF2B5EF4-FFF2-40B4-BE49-F238E27FC236}">
                <a16:creationId xmlns:a16="http://schemas.microsoft.com/office/drawing/2014/main" id="{78D7549B-8C1F-2898-E232-973DB74EB30D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pic>
          <p:nvPicPr>
            <p:cNvPr id="1032" name="Rectangle 7">
              <a:extLst>
                <a:ext uri="{FF2B5EF4-FFF2-40B4-BE49-F238E27FC236}">
                  <a16:creationId xmlns:a16="http://schemas.microsoft.com/office/drawing/2014/main" id="{CFA1782C-4DDD-EA0E-B5FD-26B1E4E5D89F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60" cy="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7" name="Text Box 3">
              <a:extLst>
                <a:ext uri="{FF2B5EF4-FFF2-40B4-BE49-F238E27FC236}">
                  <a16:creationId xmlns:a16="http://schemas.microsoft.com/office/drawing/2014/main" id="{411C0AD1-BA99-8B85-0570-C9A34B04B9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defRPr/>
              </a:pPr>
              <a:endParaRPr lang="en-US" altLang="en-US">
                <a:solidFill>
                  <a:srgbClr val="FFFFFF"/>
                </a:solidFill>
                <a:latin typeface="Gill Sans MT" panose="020B0502020104020203" pitchFamily="34" charset="0"/>
              </a:endParaRPr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7C8B25-8ED4-A4F9-F5FD-ACC2D3745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74638"/>
            <a:ext cx="7772400" cy="1143000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3D799AA9-2042-9089-AF51-468336134E5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1600200"/>
            <a:ext cx="7772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9C0C6-03FE-2882-A219-5DC91499FF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0" y="6416675"/>
            <a:ext cx="1981200" cy="365125"/>
          </a:xfrm>
          <a:prstGeom prst="rect">
            <a:avLst/>
          </a:prstGeom>
        </p:spPr>
        <p:txBody>
          <a:bodyPr vert="horz" lIns="0" tIns="45720" rIns="0" bIns="0" rtlCol="0" anchor="b" anchorCtr="0"/>
          <a:lstStyle>
            <a:lvl1pPr algn="r">
              <a:defRPr lang="en-US" sz="900" kern="1200" cap="all" spc="11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F1B9F-2200-86CE-A71C-F012FF1AA0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8600" y="6416675"/>
            <a:ext cx="2895600" cy="365125"/>
          </a:xfrm>
          <a:prstGeom prst="rect">
            <a:avLst/>
          </a:prstGeom>
        </p:spPr>
        <p:txBody>
          <a:bodyPr vert="horz" lIns="0" tIns="45720" rIns="0" bIns="0" rtlCol="0" anchor="b" anchorCtr="0"/>
          <a:lstStyle>
            <a:lvl1pPr algn="l">
              <a:defRPr sz="900" cap="all" spc="110" baseline="0">
                <a:solidFill>
                  <a:srgbClr val="4D4D4D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BB257-C7F5-FC45-9BDC-D48192B848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58200" y="6416675"/>
            <a:ext cx="457200" cy="365125"/>
          </a:xfrm>
          <a:prstGeom prst="rect">
            <a:avLst/>
          </a:prstGeom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>
            <a:lvl1pPr algn="r">
              <a:defRPr sz="1100" b="1">
                <a:solidFill>
                  <a:srgbClr val="4D4D4D"/>
                </a:solidFill>
              </a:defRPr>
            </a:lvl1pPr>
          </a:lstStyle>
          <a:p>
            <a:pPr>
              <a:defRPr/>
            </a:pPr>
            <a:fld id="{4F17F3FC-2156-7C4C-A46E-B7B77C03973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4389" r:id="rId1"/>
    <p:sldLayoutId id="2147484390" r:id="rId2"/>
    <p:sldLayoutId id="2147484391" r:id="rId3"/>
    <p:sldLayoutId id="2147484392" r:id="rId4"/>
    <p:sldLayoutId id="2147484393" r:id="rId5"/>
    <p:sldLayoutId id="2147484394" r:id="rId6"/>
    <p:sldLayoutId id="2147484395" r:id="rId7"/>
    <p:sldLayoutId id="2147484396" r:id="rId8"/>
    <p:sldLayoutId id="2147484397" r:id="rId9"/>
    <p:sldLayoutId id="2147484398" r:id="rId10"/>
    <p:sldLayoutId id="2147484399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 cap="all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Gill Sans MT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Gill Sans MT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Gill Sans MT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Gill Sans MT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3050" algn="l" rtl="0" eaLnBrk="0" fontAlgn="base" hangingPunct="0">
        <a:spcBef>
          <a:spcPts val="700"/>
        </a:spcBef>
        <a:spcAft>
          <a:spcPct val="0"/>
        </a:spcAft>
        <a:buClr>
          <a:schemeClr val="accent1"/>
        </a:buClr>
        <a:buSzPct val="85000"/>
        <a:buFont typeface="Wingdings 3" pitchFamily="2" charset="2"/>
        <a:buChar char="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73050" algn="l" rtl="0" eaLnBrk="0" fontAlgn="base" hangingPunct="0">
        <a:spcBef>
          <a:spcPts val="700"/>
        </a:spcBef>
        <a:spcAft>
          <a:spcPct val="0"/>
        </a:spcAft>
        <a:buClr>
          <a:schemeClr val="accent1"/>
        </a:buClr>
        <a:buSzPct val="85000"/>
        <a:buFont typeface="Wingdings 3" pitchFamily="2" charset="2"/>
        <a:buChar char="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73050" algn="l" rtl="0" eaLnBrk="0" fontAlgn="base" hangingPunct="0">
        <a:spcBef>
          <a:spcPts val="700"/>
        </a:spcBef>
        <a:spcAft>
          <a:spcPct val="0"/>
        </a:spcAft>
        <a:buClr>
          <a:schemeClr val="accent1"/>
        </a:buClr>
        <a:buSzPct val="85000"/>
        <a:buFont typeface="Wingdings 3" pitchFamily="2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73050" algn="l" rtl="0" eaLnBrk="0" fontAlgn="base" hangingPunct="0">
        <a:spcBef>
          <a:spcPts val="700"/>
        </a:spcBef>
        <a:spcAft>
          <a:spcPct val="0"/>
        </a:spcAft>
        <a:buClr>
          <a:schemeClr val="accent1"/>
        </a:buClr>
        <a:buSzPct val="85000"/>
        <a:buFont typeface="Wingdings 3" pitchFamily="2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73050" algn="l" rtl="0" eaLnBrk="0" fontAlgn="base" hangingPunct="0">
        <a:spcBef>
          <a:spcPts val="700"/>
        </a:spcBef>
        <a:spcAft>
          <a:spcPct val="0"/>
        </a:spcAft>
        <a:buClr>
          <a:schemeClr val="accent1"/>
        </a:buClr>
        <a:buSzPct val="85000"/>
        <a:buFont typeface="Wingdings 3" pitchFamily="2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3schools.com/css/css_positioning.as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>
            <a:extLst>
              <a:ext uri="{FF2B5EF4-FFF2-40B4-BE49-F238E27FC236}">
                <a16:creationId xmlns:a16="http://schemas.microsoft.com/office/drawing/2014/main" id="{F458E373-2EA4-7B4E-2F04-E2F9576CCA1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066800" y="2057400"/>
            <a:ext cx="7543800" cy="1431925"/>
          </a:xfrm>
        </p:spPr>
        <p:txBody>
          <a:bodyPr>
            <a:normAutofit fontScale="90000"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en-US" sz="4400" dirty="0">
                <a:solidFill>
                  <a:schemeClr val="tx2">
                    <a:satMod val="130000"/>
                  </a:schemeClr>
                </a:solidFill>
              </a:rPr>
              <a:t>Web Development &amp; Design Foundations  with  HTML5</a:t>
            </a:r>
            <a:br>
              <a:rPr lang="en-US" sz="44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4400" dirty="0">
                <a:solidFill>
                  <a:schemeClr val="tx2">
                    <a:satMod val="130000"/>
                  </a:schemeClr>
                </a:solidFill>
              </a:rPr>
              <a:t>7</a:t>
            </a:r>
            <a:r>
              <a:rPr lang="en-US" sz="4400" baseline="30000" dirty="0">
                <a:solidFill>
                  <a:schemeClr val="tx2">
                    <a:satMod val="130000"/>
                  </a:schemeClr>
                </a:solidFill>
              </a:rPr>
              <a:t>th</a:t>
            </a:r>
            <a:r>
              <a:rPr lang="en-US" sz="4400" dirty="0">
                <a:solidFill>
                  <a:schemeClr val="tx2">
                    <a:satMod val="130000"/>
                  </a:schemeClr>
                </a:solidFill>
              </a:rPr>
              <a:t> Edition</a:t>
            </a:r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id="{CFC316C8-A5E8-3B9B-78E3-04066818E08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09600" y="4114800"/>
            <a:ext cx="7924800" cy="895350"/>
          </a:xfrm>
        </p:spPr>
        <p:txBody>
          <a:bodyPr rtlCol="0">
            <a:noAutofit/>
          </a:bodyPr>
          <a:lstStyle/>
          <a:p>
            <a:pPr algn="r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800" dirty="0"/>
              <a:t>Chapter 4</a:t>
            </a:r>
            <a:br>
              <a:rPr lang="en-US" sz="2800" dirty="0"/>
            </a:br>
            <a:r>
              <a:rPr lang="en-US" sz="2800" dirty="0"/>
              <a:t>Key Concepts</a:t>
            </a:r>
          </a:p>
        </p:txBody>
      </p:sp>
      <p:sp>
        <p:nvSpPr>
          <p:cNvPr id="14340" name="Rectangle 6">
            <a:extLst>
              <a:ext uri="{FF2B5EF4-FFF2-40B4-BE49-F238E27FC236}">
                <a16:creationId xmlns:a16="http://schemas.microsoft.com/office/drawing/2014/main" id="{13A69738-4474-8F76-1FC9-B822AF0FF0F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600"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77AB263-3455-814F-879D-73D92BBE1DEF}" type="slidenum">
              <a:rPr lang="en-US" altLang="en-US" sz="11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100">
              <a:latin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77F645-EBF8-5344-97F9-A22B658F5CDB}"/>
              </a:ext>
            </a:extLst>
          </p:cNvPr>
          <p:cNvSpPr/>
          <p:nvPr/>
        </p:nvSpPr>
        <p:spPr>
          <a:xfrm>
            <a:off x="0" y="6629400"/>
            <a:ext cx="5943600" cy="2619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1100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Copyright © Terry Felke-Morris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>
            <a:extLst>
              <a:ext uri="{FF2B5EF4-FFF2-40B4-BE49-F238E27FC236}">
                <a16:creationId xmlns:a16="http://schemas.microsoft.com/office/drawing/2014/main" id="{E1724284-D87D-1BA6-A2D3-96F1265100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67000" y="0"/>
            <a:ext cx="64008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Learning Outcomes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31D55FC3-43F1-D906-7102-844BF0AA5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14400"/>
            <a:ext cx="8382000" cy="3733800"/>
          </a:xfrm>
        </p:spPr>
        <p:txBody>
          <a:bodyPr/>
          <a:lstStyle/>
          <a:p>
            <a:pPr eaLnBrk="1" hangingPunct="1"/>
            <a:r>
              <a:rPr lang="en-US" altLang="en-US" sz="2400" b="1" dirty="0"/>
              <a:t>In this chapter, you will learn how to ... </a:t>
            </a:r>
            <a:endParaRPr lang="en-US" altLang="en-US" sz="2400" dirty="0"/>
          </a:p>
          <a:p>
            <a:pPr lvl="1" eaLnBrk="1" hangingPunct="1">
              <a:spcBef>
                <a:spcPts val="300"/>
              </a:spcBef>
            </a:pPr>
            <a:r>
              <a:rPr lang="en-US" altLang="en-US" sz="2000" dirty="0"/>
              <a:t>Create inline styles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en-US" sz="2000" dirty="0"/>
              <a:t>Embedded Style Sheets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en-US" sz="2000" dirty="0"/>
              <a:t>Linking External Style Sheets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en-US" sz="2000" dirty="0"/>
              <a:t>Conflicting Styles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en-US" sz="2000" dirty="0"/>
              <a:t>Positioning Elements</a:t>
            </a:r>
          </a:p>
        </p:txBody>
      </p:sp>
      <p:sp>
        <p:nvSpPr>
          <p:cNvPr id="16388" name="Slide Number Placeholder 5">
            <a:extLst>
              <a:ext uri="{FF2B5EF4-FFF2-40B4-BE49-F238E27FC236}">
                <a16:creationId xmlns:a16="http://schemas.microsoft.com/office/drawing/2014/main" id="{A9AE7A3E-7794-739F-7E8D-EDFD30F5E8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600"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5B883CB-D990-134C-AAEA-2D9D79B842F7}" type="slidenum">
              <a:rPr lang="en-US" altLang="en-US" sz="1100" smtClean="0">
                <a:solidFill>
                  <a:srgbClr val="4D4D4D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100">
              <a:solidFill>
                <a:srgbClr val="4D4D4D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F39E4-DC0F-18D0-7B97-00A5287E1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>
            <a:extLst>
              <a:ext uri="{FF2B5EF4-FFF2-40B4-BE49-F238E27FC236}">
                <a16:creationId xmlns:a16="http://schemas.microsoft.com/office/drawing/2014/main" id="{7752AD6F-9010-32FD-53A7-D2BF1E89AD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67000" y="0"/>
            <a:ext cx="6400800" cy="1143000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CASCADING STYLE SHEET (CSS)</a:t>
            </a:r>
          </a:p>
        </p:txBody>
      </p:sp>
      <p:sp>
        <p:nvSpPr>
          <p:cNvPr id="16388" name="Slide Number Placeholder 5">
            <a:extLst>
              <a:ext uri="{FF2B5EF4-FFF2-40B4-BE49-F238E27FC236}">
                <a16:creationId xmlns:a16="http://schemas.microsoft.com/office/drawing/2014/main" id="{51B89F3E-8E99-04C6-A80E-594B856DC3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600"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5B883CB-D990-134C-AAEA-2D9D79B842F7}" type="slidenum">
              <a:rPr lang="en-US" altLang="en-US" sz="1100" smtClean="0">
                <a:solidFill>
                  <a:srgbClr val="4D4D4D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100">
              <a:solidFill>
                <a:srgbClr val="4D4D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51C1C6-C184-7B13-E683-A8B297935572}"/>
              </a:ext>
            </a:extLst>
          </p:cNvPr>
          <p:cNvSpPr txBox="1"/>
          <p:nvPr/>
        </p:nvSpPr>
        <p:spPr>
          <a:xfrm>
            <a:off x="304800" y="1524000"/>
            <a:ext cx="493993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A CSS comprises of style rules that are interpreted by the browser and then applied to the corresponding elements in your document. </a:t>
            </a:r>
          </a:p>
        </p:txBody>
      </p:sp>
      <p:pic>
        <p:nvPicPr>
          <p:cNvPr id="8" name="Picture 7" descr="A diagram of a house&#10;&#10;AI-generated content may be incorrect.">
            <a:extLst>
              <a:ext uri="{FF2B5EF4-FFF2-40B4-BE49-F238E27FC236}">
                <a16:creationId xmlns:a16="http://schemas.microsoft.com/office/drawing/2014/main" id="{DA2E0C0F-BE09-41D3-C5DA-2A550C494A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256" y="1764855"/>
            <a:ext cx="3034233" cy="2979976"/>
          </a:xfrm>
          <a:prstGeom prst="rect">
            <a:avLst/>
          </a:prstGeom>
        </p:spPr>
      </p:pic>
      <p:pic>
        <p:nvPicPr>
          <p:cNvPr id="11" name="Picture 10" descr="A text on a white background&#10;&#10;AI-generated content may be incorrect.">
            <a:extLst>
              <a:ext uri="{FF2B5EF4-FFF2-40B4-BE49-F238E27FC236}">
                <a16:creationId xmlns:a16="http://schemas.microsoft.com/office/drawing/2014/main" id="{87784594-7775-9C10-D637-7E146E82C1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087" y="3474660"/>
            <a:ext cx="4114800" cy="125112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6C8EA44-67C2-7591-5C0A-5A7A9D713B5F}"/>
              </a:ext>
            </a:extLst>
          </p:cNvPr>
          <p:cNvSpPr txBox="1"/>
          <p:nvPr/>
        </p:nvSpPr>
        <p:spPr>
          <a:xfrm>
            <a:off x="393518" y="4725781"/>
            <a:ext cx="4939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Formatting Instructions of CSS</a:t>
            </a:r>
          </a:p>
        </p:txBody>
      </p:sp>
    </p:spTree>
    <p:extLst>
      <p:ext uri="{BB962C8B-B14F-4D97-AF65-F5344CB8AC3E}">
        <p14:creationId xmlns:p14="http://schemas.microsoft.com/office/powerpoint/2010/main" val="3747480810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C3A94-A840-048E-F6B5-4B673B666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>
            <a:extLst>
              <a:ext uri="{FF2B5EF4-FFF2-40B4-BE49-F238E27FC236}">
                <a16:creationId xmlns:a16="http://schemas.microsoft.com/office/drawing/2014/main" id="{1E073E68-5967-F824-BC05-1C0BF94E23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67000" y="0"/>
            <a:ext cx="64008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INLINE STYLES</a:t>
            </a:r>
          </a:p>
        </p:txBody>
      </p:sp>
      <p:sp>
        <p:nvSpPr>
          <p:cNvPr id="16388" name="Slide Number Placeholder 5">
            <a:extLst>
              <a:ext uri="{FF2B5EF4-FFF2-40B4-BE49-F238E27FC236}">
                <a16:creationId xmlns:a16="http://schemas.microsoft.com/office/drawing/2014/main" id="{3F0C78DA-F634-3DEC-76B4-A299CDF63F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600"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5B883CB-D990-134C-AAEA-2D9D79B842F7}" type="slidenum">
              <a:rPr lang="en-US" altLang="en-US" sz="1100" smtClean="0">
                <a:solidFill>
                  <a:srgbClr val="4D4D4D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100">
              <a:solidFill>
                <a:srgbClr val="4D4D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995315-5632-14C1-6566-0DA969764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43000"/>
            <a:ext cx="7772400" cy="3733800"/>
          </a:xfrm>
        </p:spPr>
        <p:txBody>
          <a:bodyPr/>
          <a:lstStyle/>
          <a:p>
            <a:r>
              <a:rPr lang="en-US" dirty="0"/>
              <a:t>CSS can be added to HTML documents in 3 ways: </a:t>
            </a:r>
          </a:p>
          <a:p>
            <a:pPr lvl="1"/>
            <a:r>
              <a:rPr lang="en-US" b="1" dirty="0">
                <a:solidFill>
                  <a:srgbClr val="00B050"/>
                </a:solidFill>
              </a:rPr>
              <a:t>Inline CSS</a:t>
            </a:r>
          </a:p>
          <a:p>
            <a:pPr lvl="1"/>
            <a:r>
              <a:rPr lang="en-US" dirty="0"/>
              <a:t>Internal CSS</a:t>
            </a:r>
          </a:p>
          <a:p>
            <a:pPr lvl="1"/>
            <a:r>
              <a:rPr lang="en-US" dirty="0"/>
              <a:t>External CSS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2EA15D-0A6F-9245-0C2B-3FD05A282EE4}"/>
              </a:ext>
            </a:extLst>
          </p:cNvPr>
          <p:cNvSpPr txBox="1"/>
          <p:nvPr/>
        </p:nvSpPr>
        <p:spPr>
          <a:xfrm>
            <a:off x="1143000" y="2895600"/>
            <a:ext cx="685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Using style attributes inside HTML Elements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B59329-E28A-930A-1364-D68BA863D0DB}"/>
              </a:ext>
            </a:extLst>
          </p:cNvPr>
          <p:cNvSpPr txBox="1"/>
          <p:nvPr/>
        </p:nvSpPr>
        <p:spPr>
          <a:xfrm>
            <a:off x="914400" y="3387896"/>
            <a:ext cx="5715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Example: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D00B72-09FE-E51F-50AB-88FEB7376445}"/>
              </a:ext>
            </a:extLst>
          </p:cNvPr>
          <p:cNvSpPr txBox="1"/>
          <p:nvPr/>
        </p:nvSpPr>
        <p:spPr>
          <a:xfrm>
            <a:off x="914400" y="4145340"/>
            <a:ext cx="7315200" cy="156966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&lt;body&gt;</a:t>
            </a:r>
          </a:p>
          <a:p>
            <a:r>
              <a:rPr lang="en-US" dirty="0">
                <a:solidFill>
                  <a:schemeClr val="bg1"/>
                </a:solidFill>
              </a:rPr>
              <a:t>	&lt;h1 </a:t>
            </a:r>
            <a:r>
              <a:rPr lang="en-US" dirty="0">
                <a:solidFill>
                  <a:srgbClr val="00B050"/>
                </a:solidFill>
              </a:rPr>
              <a:t>style = “ color: blue; font-size: 24px;”</a:t>
            </a:r>
            <a:r>
              <a:rPr lang="en-US" dirty="0">
                <a:solidFill>
                  <a:schemeClr val="bg1"/>
                </a:solidFill>
              </a:rPr>
              <a:t>&gt; 		   Welcome to Inline CSS! &lt;/h1&gt;</a:t>
            </a:r>
          </a:p>
          <a:p>
            <a:r>
              <a:rPr lang="en-US" dirty="0">
                <a:solidFill>
                  <a:schemeClr val="bg1"/>
                </a:solidFill>
              </a:rPr>
              <a:t>&lt;/body&gt;</a:t>
            </a:r>
          </a:p>
        </p:txBody>
      </p:sp>
    </p:spTree>
    <p:extLst>
      <p:ext uri="{BB962C8B-B14F-4D97-AF65-F5344CB8AC3E}">
        <p14:creationId xmlns:p14="http://schemas.microsoft.com/office/powerpoint/2010/main" val="452708939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9B8A2-2E9F-8F5A-C6D3-E1D574F72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>
            <a:extLst>
              <a:ext uri="{FF2B5EF4-FFF2-40B4-BE49-F238E27FC236}">
                <a16:creationId xmlns:a16="http://schemas.microsoft.com/office/drawing/2014/main" id="{31A2A51F-3B0F-C84A-63D6-620C3062E7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67000" y="0"/>
            <a:ext cx="64008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EMBEDDED style sheets</a:t>
            </a:r>
          </a:p>
        </p:txBody>
      </p:sp>
      <p:sp>
        <p:nvSpPr>
          <p:cNvPr id="16388" name="Slide Number Placeholder 5">
            <a:extLst>
              <a:ext uri="{FF2B5EF4-FFF2-40B4-BE49-F238E27FC236}">
                <a16:creationId xmlns:a16="http://schemas.microsoft.com/office/drawing/2014/main" id="{B179402F-7E3B-2B99-E1FA-5A2868EA19B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600"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5B883CB-D990-134C-AAEA-2D9D79B842F7}" type="slidenum">
              <a:rPr lang="en-US" altLang="en-US" sz="1100" smtClean="0">
                <a:solidFill>
                  <a:srgbClr val="4D4D4D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100">
              <a:solidFill>
                <a:srgbClr val="4D4D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497DF329-5535-C997-C5AB-30C05BFF2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43000"/>
            <a:ext cx="7772400" cy="3733800"/>
          </a:xfrm>
        </p:spPr>
        <p:txBody>
          <a:bodyPr/>
          <a:lstStyle/>
          <a:p>
            <a:r>
              <a:rPr lang="en-US" dirty="0"/>
              <a:t>CSS can be added to HTML documents in 3 ways: </a:t>
            </a:r>
          </a:p>
          <a:p>
            <a:pPr lvl="1"/>
            <a:r>
              <a:rPr lang="en-US" dirty="0"/>
              <a:t>Inline CSS</a:t>
            </a:r>
          </a:p>
          <a:p>
            <a:pPr lvl="1"/>
            <a:r>
              <a:rPr lang="en-US" b="1" dirty="0">
                <a:solidFill>
                  <a:srgbClr val="00B050"/>
                </a:solidFill>
              </a:rPr>
              <a:t>Internal CSS</a:t>
            </a:r>
          </a:p>
          <a:p>
            <a:pPr lvl="1"/>
            <a:r>
              <a:rPr lang="en-US" dirty="0"/>
              <a:t>External CSS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12A746-9276-3216-CCB6-7436D65FD75C}"/>
              </a:ext>
            </a:extLst>
          </p:cNvPr>
          <p:cNvSpPr txBox="1"/>
          <p:nvPr/>
        </p:nvSpPr>
        <p:spPr>
          <a:xfrm>
            <a:off x="1143000" y="2590800"/>
            <a:ext cx="685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Using &lt;style&gt; elements in the &lt;head&gt; section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FAECC2-30C2-7452-F67D-5E8F6F4F0F8D}"/>
              </a:ext>
            </a:extLst>
          </p:cNvPr>
          <p:cNvSpPr txBox="1"/>
          <p:nvPr/>
        </p:nvSpPr>
        <p:spPr>
          <a:xfrm>
            <a:off x="914400" y="3083096"/>
            <a:ext cx="5715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Example: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6E2822-42A0-53F3-CA30-3F2B4911BB16}"/>
              </a:ext>
            </a:extLst>
          </p:cNvPr>
          <p:cNvSpPr txBox="1"/>
          <p:nvPr/>
        </p:nvSpPr>
        <p:spPr>
          <a:xfrm>
            <a:off x="933450" y="3750858"/>
            <a:ext cx="7315200" cy="255454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&lt;head&gt;</a:t>
            </a:r>
          </a:p>
          <a:p>
            <a:r>
              <a:rPr lang="en-US" sz="2000" dirty="0">
                <a:solidFill>
                  <a:srgbClr val="00B050"/>
                </a:solidFill>
              </a:rPr>
              <a:t>	&lt;style&gt;</a:t>
            </a:r>
          </a:p>
          <a:p>
            <a:r>
              <a:rPr lang="en-US" sz="2000" dirty="0">
                <a:solidFill>
                  <a:srgbClr val="00B050"/>
                </a:solidFill>
              </a:rPr>
              <a:t>		h1 { color : blue; font-size : 24px; }</a:t>
            </a:r>
          </a:p>
          <a:p>
            <a:r>
              <a:rPr lang="en-US" sz="2000" dirty="0">
                <a:solidFill>
                  <a:srgbClr val="00B050"/>
                </a:solidFill>
              </a:rPr>
              <a:t>	&lt;/style&gt;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&lt;/head&gt;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&lt;body&gt;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	&lt;h1&gt; Welcome to Inline CSS! &lt;/h1&gt;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&lt;/body&gt;</a:t>
            </a:r>
          </a:p>
        </p:txBody>
      </p:sp>
    </p:spTree>
    <p:extLst>
      <p:ext uri="{BB962C8B-B14F-4D97-AF65-F5344CB8AC3E}">
        <p14:creationId xmlns:p14="http://schemas.microsoft.com/office/powerpoint/2010/main" val="3933812760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53CAB-E1A5-61AB-F411-1A7269259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>
            <a:extLst>
              <a:ext uri="{FF2B5EF4-FFF2-40B4-BE49-F238E27FC236}">
                <a16:creationId xmlns:a16="http://schemas.microsoft.com/office/drawing/2014/main" id="{9030E0D0-E118-3DCB-2897-F5864E4271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67000" y="0"/>
            <a:ext cx="6400800" cy="1143000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LINKING EXTERNAL STYLE SHEETS</a:t>
            </a:r>
          </a:p>
        </p:txBody>
      </p:sp>
      <p:sp>
        <p:nvSpPr>
          <p:cNvPr id="16388" name="Slide Number Placeholder 5">
            <a:extLst>
              <a:ext uri="{FF2B5EF4-FFF2-40B4-BE49-F238E27FC236}">
                <a16:creationId xmlns:a16="http://schemas.microsoft.com/office/drawing/2014/main" id="{91715688-70BA-D417-2646-132227AED0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600"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5B883CB-D990-134C-AAEA-2D9D79B842F7}" type="slidenum">
              <a:rPr lang="en-US" altLang="en-US" sz="1100" smtClean="0">
                <a:solidFill>
                  <a:srgbClr val="4D4D4D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100">
              <a:solidFill>
                <a:srgbClr val="4D4D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AD4B89CA-A115-83BF-DB54-5A438A56E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0" y="1066004"/>
            <a:ext cx="7772400" cy="3733800"/>
          </a:xfrm>
        </p:spPr>
        <p:txBody>
          <a:bodyPr/>
          <a:lstStyle/>
          <a:p>
            <a:r>
              <a:rPr lang="en-US" dirty="0"/>
              <a:t>CSS can be added to HTML documents in 3 ways: </a:t>
            </a:r>
          </a:p>
          <a:p>
            <a:pPr lvl="1"/>
            <a:r>
              <a:rPr lang="en-US" dirty="0"/>
              <a:t>Inline CSS</a:t>
            </a:r>
          </a:p>
          <a:p>
            <a:pPr lvl="1"/>
            <a:r>
              <a:rPr lang="en-US" dirty="0"/>
              <a:t>Internal CSS</a:t>
            </a:r>
          </a:p>
          <a:p>
            <a:pPr lvl="1"/>
            <a:r>
              <a:rPr lang="en-US" b="1" dirty="0">
                <a:solidFill>
                  <a:srgbClr val="00B050"/>
                </a:solidFill>
              </a:rPr>
              <a:t>External CSS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ADDC4D-04E2-4A8C-8F65-DDDE95FBE53A}"/>
              </a:ext>
            </a:extLst>
          </p:cNvPr>
          <p:cNvSpPr txBox="1"/>
          <p:nvPr/>
        </p:nvSpPr>
        <p:spPr>
          <a:xfrm>
            <a:off x="1123950" y="2702072"/>
            <a:ext cx="685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Using &lt;link&gt; element to link to an external CSS file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AA1506-2062-7D4D-4993-982070BE2A5F}"/>
              </a:ext>
            </a:extLst>
          </p:cNvPr>
          <p:cNvSpPr txBox="1"/>
          <p:nvPr/>
        </p:nvSpPr>
        <p:spPr>
          <a:xfrm>
            <a:off x="895350" y="3194368"/>
            <a:ext cx="5715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Example: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6B39BB-2957-EFD5-A1B9-C6B96AB88062}"/>
              </a:ext>
            </a:extLst>
          </p:cNvPr>
          <p:cNvSpPr txBox="1"/>
          <p:nvPr/>
        </p:nvSpPr>
        <p:spPr>
          <a:xfrm>
            <a:off x="209550" y="4091721"/>
            <a:ext cx="4667250" cy="255454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&lt;head&gt;</a:t>
            </a:r>
          </a:p>
          <a:p>
            <a:r>
              <a:rPr lang="en-US" sz="2000" dirty="0">
                <a:solidFill>
                  <a:srgbClr val="00B050"/>
                </a:solidFill>
              </a:rPr>
              <a:t>     &lt;link </a:t>
            </a:r>
            <a:r>
              <a:rPr lang="en-US" sz="2000" dirty="0" err="1">
                <a:solidFill>
                  <a:srgbClr val="00B050"/>
                </a:solidFill>
              </a:rPr>
              <a:t>rel</a:t>
            </a:r>
            <a:r>
              <a:rPr lang="en-US" sz="2000" dirty="0">
                <a:solidFill>
                  <a:srgbClr val="00B050"/>
                </a:solidFill>
              </a:rPr>
              <a:t> =“stylesheet” type =“text/</a:t>
            </a:r>
            <a:r>
              <a:rPr lang="en-US" sz="2000" dirty="0" err="1">
                <a:solidFill>
                  <a:srgbClr val="00B050"/>
                </a:solidFill>
              </a:rPr>
              <a:t>css</a:t>
            </a:r>
            <a:r>
              <a:rPr lang="en-US" sz="2000" dirty="0">
                <a:solidFill>
                  <a:srgbClr val="00B050"/>
                </a:solidFill>
              </a:rPr>
              <a:t>” 	</a:t>
            </a:r>
            <a:r>
              <a:rPr lang="en-US" sz="2000" dirty="0" err="1">
                <a:solidFill>
                  <a:srgbClr val="00B050"/>
                </a:solidFill>
              </a:rPr>
              <a:t>href</a:t>
            </a:r>
            <a:r>
              <a:rPr lang="en-US" sz="2000" dirty="0">
                <a:solidFill>
                  <a:srgbClr val="00B050"/>
                </a:solidFill>
              </a:rPr>
              <a:t>=“</a:t>
            </a:r>
            <a:r>
              <a:rPr lang="en-US" sz="2000" dirty="0" err="1">
                <a:solidFill>
                  <a:srgbClr val="00B050"/>
                </a:solidFill>
              </a:rPr>
              <a:t>style.css</a:t>
            </a:r>
            <a:r>
              <a:rPr lang="en-US" sz="2000" dirty="0">
                <a:solidFill>
                  <a:srgbClr val="00B050"/>
                </a:solidFill>
              </a:rPr>
              <a:t>”&gt;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&lt;/head&gt;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&lt;body&gt;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	&lt;h1&gt; Welcome to Inline CSS! &lt;/h1&gt;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&lt;/body&gt;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2C90FB-1A13-D728-F706-1C58088EE078}"/>
              </a:ext>
            </a:extLst>
          </p:cNvPr>
          <p:cNvSpPr txBox="1"/>
          <p:nvPr/>
        </p:nvSpPr>
        <p:spPr>
          <a:xfrm>
            <a:off x="228600" y="3653135"/>
            <a:ext cx="5715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Index.html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4A61BF-D314-F756-E58C-D3EF7CB994BA}"/>
              </a:ext>
            </a:extLst>
          </p:cNvPr>
          <p:cNvSpPr txBox="1"/>
          <p:nvPr/>
        </p:nvSpPr>
        <p:spPr>
          <a:xfrm>
            <a:off x="5086350" y="4091721"/>
            <a:ext cx="382905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</a:rPr>
              <a:t>h1 { color : blue; font-size : 24px; 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416317-C634-D17A-9F6D-DD4EA8D110F1}"/>
              </a:ext>
            </a:extLst>
          </p:cNvPr>
          <p:cNvSpPr txBox="1"/>
          <p:nvPr/>
        </p:nvSpPr>
        <p:spPr>
          <a:xfrm>
            <a:off x="5105400" y="3653135"/>
            <a:ext cx="46886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style.css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5915733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58445-D828-D93F-2973-F20EB33C2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>
            <a:extLst>
              <a:ext uri="{FF2B5EF4-FFF2-40B4-BE49-F238E27FC236}">
                <a16:creationId xmlns:a16="http://schemas.microsoft.com/office/drawing/2014/main" id="{D06CA31F-FDFD-AB3E-2A20-779D9702DA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67000" y="0"/>
            <a:ext cx="64008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CONFLICTING STYLES</a:t>
            </a:r>
          </a:p>
        </p:txBody>
      </p:sp>
      <p:sp>
        <p:nvSpPr>
          <p:cNvPr id="16388" name="Slide Number Placeholder 5">
            <a:extLst>
              <a:ext uri="{FF2B5EF4-FFF2-40B4-BE49-F238E27FC236}">
                <a16:creationId xmlns:a16="http://schemas.microsoft.com/office/drawing/2014/main" id="{F4968952-79A0-C0E5-0923-A8432D6EEF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600"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5B883CB-D990-134C-AAEA-2D9D79B842F7}" type="slidenum">
              <a:rPr lang="en-US" altLang="en-US" sz="1100" smtClean="0">
                <a:solidFill>
                  <a:srgbClr val="4D4D4D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100">
              <a:solidFill>
                <a:srgbClr val="4D4D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F3238C-520B-0A9D-A997-EF33B050987E}"/>
              </a:ext>
            </a:extLst>
          </p:cNvPr>
          <p:cNvSpPr txBox="1"/>
          <p:nvPr/>
        </p:nvSpPr>
        <p:spPr>
          <a:xfrm>
            <a:off x="381000" y="1143000"/>
            <a:ext cx="838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MY" dirty="0">
                <a:latin typeface="+mn-lt"/>
              </a:rPr>
              <a:t>In </a:t>
            </a:r>
            <a:r>
              <a:rPr lang="en-MY" b="1" dirty="0">
                <a:latin typeface="+mn-lt"/>
              </a:rPr>
              <a:t>CSS</a:t>
            </a:r>
            <a:r>
              <a:rPr lang="en-MY" dirty="0">
                <a:latin typeface="+mn-lt"/>
              </a:rPr>
              <a:t>, a </a:t>
            </a:r>
            <a:r>
              <a:rPr lang="en-MY" i="1" dirty="0">
                <a:latin typeface="+mn-lt"/>
              </a:rPr>
              <a:t>conflicting style</a:t>
            </a:r>
            <a:r>
              <a:rPr lang="en-MY" dirty="0">
                <a:latin typeface="+mn-lt"/>
              </a:rPr>
              <a:t> happens when </a:t>
            </a:r>
            <a:r>
              <a:rPr lang="en-MY" b="1" dirty="0">
                <a:latin typeface="+mn-lt"/>
              </a:rPr>
              <a:t>two or more style rules target the same element</a:t>
            </a:r>
            <a:r>
              <a:rPr lang="en-MY" dirty="0">
                <a:latin typeface="+mn-lt"/>
              </a:rPr>
              <a:t> but </a:t>
            </a:r>
            <a:r>
              <a:rPr lang="en-MY" b="1" dirty="0">
                <a:latin typeface="+mn-lt"/>
              </a:rPr>
              <a:t>set different values</a:t>
            </a:r>
            <a:r>
              <a:rPr lang="en-MY" dirty="0">
                <a:latin typeface="+mn-lt"/>
              </a:rPr>
              <a:t> for the same property.</a:t>
            </a:r>
            <a:endParaRPr 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00D361-7FAD-16C4-DA80-24CBC7366C28}"/>
              </a:ext>
            </a:extLst>
          </p:cNvPr>
          <p:cNvSpPr txBox="1"/>
          <p:nvPr/>
        </p:nvSpPr>
        <p:spPr>
          <a:xfrm>
            <a:off x="381000" y="2487175"/>
            <a:ext cx="5715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Example: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8D6C3D-99E3-8EBE-C19E-252ED98F8D5D}"/>
              </a:ext>
            </a:extLst>
          </p:cNvPr>
          <p:cNvSpPr txBox="1"/>
          <p:nvPr/>
        </p:nvSpPr>
        <p:spPr>
          <a:xfrm>
            <a:off x="228600" y="3531272"/>
            <a:ext cx="4667250" cy="255454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&lt;head&gt;</a:t>
            </a:r>
          </a:p>
          <a:p>
            <a:r>
              <a:rPr lang="en-US" sz="2000" dirty="0">
                <a:solidFill>
                  <a:srgbClr val="00B050"/>
                </a:solidFill>
              </a:rPr>
              <a:t>     &lt;link </a:t>
            </a:r>
            <a:r>
              <a:rPr lang="en-US" sz="2000" dirty="0" err="1">
                <a:solidFill>
                  <a:srgbClr val="00B050"/>
                </a:solidFill>
              </a:rPr>
              <a:t>rel</a:t>
            </a:r>
            <a:r>
              <a:rPr lang="en-US" sz="2000" dirty="0">
                <a:solidFill>
                  <a:srgbClr val="00B050"/>
                </a:solidFill>
              </a:rPr>
              <a:t> =“stylesheet” type =“text/</a:t>
            </a:r>
            <a:r>
              <a:rPr lang="en-US" sz="2000" dirty="0" err="1">
                <a:solidFill>
                  <a:srgbClr val="00B050"/>
                </a:solidFill>
              </a:rPr>
              <a:t>css</a:t>
            </a:r>
            <a:r>
              <a:rPr lang="en-US" sz="2000" dirty="0">
                <a:solidFill>
                  <a:srgbClr val="00B050"/>
                </a:solidFill>
              </a:rPr>
              <a:t>” 	</a:t>
            </a:r>
            <a:r>
              <a:rPr lang="en-US" sz="2000" dirty="0" err="1">
                <a:solidFill>
                  <a:srgbClr val="00B050"/>
                </a:solidFill>
              </a:rPr>
              <a:t>href</a:t>
            </a:r>
            <a:r>
              <a:rPr lang="en-US" sz="2000" dirty="0">
                <a:solidFill>
                  <a:srgbClr val="00B050"/>
                </a:solidFill>
              </a:rPr>
              <a:t>=“</a:t>
            </a:r>
            <a:r>
              <a:rPr lang="en-US" sz="2000" dirty="0" err="1">
                <a:solidFill>
                  <a:srgbClr val="00B050"/>
                </a:solidFill>
              </a:rPr>
              <a:t>style.css</a:t>
            </a:r>
            <a:r>
              <a:rPr lang="en-US" sz="2000" dirty="0">
                <a:solidFill>
                  <a:srgbClr val="00B050"/>
                </a:solidFill>
              </a:rPr>
              <a:t>”&gt;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&lt;/head&gt;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&lt;body&gt;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</a:rPr>
              <a:t>&lt;p class="intro" id="first"&gt;Hello world!&lt;/p&gt;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&lt;/body&gt;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AC6F1C-719E-0678-8FCA-2C8C60DE9421}"/>
              </a:ext>
            </a:extLst>
          </p:cNvPr>
          <p:cNvSpPr txBox="1"/>
          <p:nvPr/>
        </p:nvSpPr>
        <p:spPr>
          <a:xfrm>
            <a:off x="247650" y="3092686"/>
            <a:ext cx="5715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Index.html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39DB2B-05AF-3330-BA60-84642073ACDA}"/>
              </a:ext>
            </a:extLst>
          </p:cNvPr>
          <p:cNvSpPr txBox="1"/>
          <p:nvPr/>
        </p:nvSpPr>
        <p:spPr>
          <a:xfrm>
            <a:off x="5086350" y="3605214"/>
            <a:ext cx="3829050" cy="101566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p { color: blue; }</a:t>
            </a:r>
          </a:p>
          <a:p>
            <a:r>
              <a:rPr lang="en-US" sz="2000" dirty="0">
                <a:solidFill>
                  <a:srgbClr val="FF0000"/>
                </a:solidFill>
              </a:rPr>
              <a:t>.intro { color: green; }</a:t>
            </a:r>
          </a:p>
          <a:p>
            <a:r>
              <a:rPr lang="en-US" sz="2000" dirty="0">
                <a:solidFill>
                  <a:srgbClr val="FF0000"/>
                </a:solidFill>
              </a:rPr>
              <a:t>#first { color: red; 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59822E-4F62-5700-5CB5-DA77BB100EFB}"/>
              </a:ext>
            </a:extLst>
          </p:cNvPr>
          <p:cNvSpPr txBox="1"/>
          <p:nvPr/>
        </p:nvSpPr>
        <p:spPr>
          <a:xfrm>
            <a:off x="5105400" y="3166628"/>
            <a:ext cx="46886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style.css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5A501F-C48C-C3E7-E9F7-716314F83DAB}"/>
              </a:ext>
            </a:extLst>
          </p:cNvPr>
          <p:cNvSpPr txBox="1"/>
          <p:nvPr/>
        </p:nvSpPr>
        <p:spPr>
          <a:xfrm>
            <a:off x="5001791" y="4763688"/>
            <a:ext cx="376120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MY" sz="2000" dirty="0">
                <a:solidFill>
                  <a:srgbClr val="FFFF00"/>
                </a:solidFill>
              </a:rPr>
              <a:t>All three rules apply to the same &lt;p&gt; element, and all set a </a:t>
            </a:r>
            <a:r>
              <a:rPr lang="en-MY" sz="2000" dirty="0" err="1">
                <a:solidFill>
                  <a:srgbClr val="FFFF00"/>
                </a:solidFill>
              </a:rPr>
              <a:t>color</a:t>
            </a:r>
            <a:r>
              <a:rPr lang="en-MY" sz="2000" dirty="0">
                <a:solidFill>
                  <a:srgbClr val="FFFF00"/>
                </a:solidFill>
              </a:rPr>
              <a:t> — so they </a:t>
            </a:r>
            <a:r>
              <a:rPr lang="en-MY" sz="2000" b="1" dirty="0">
                <a:solidFill>
                  <a:srgbClr val="FFFF00"/>
                </a:solidFill>
              </a:rPr>
              <a:t>conflict</a:t>
            </a:r>
            <a:r>
              <a:rPr lang="en-MY" sz="2000" dirty="0">
                <a:solidFill>
                  <a:srgbClr val="FFFF00"/>
                </a:solidFill>
              </a:rPr>
              <a:t>.</a:t>
            </a:r>
            <a:endParaRPr lang="en-US" sz="2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888950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8D6DC-C9D8-3124-732A-C4E0D307B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>
            <a:extLst>
              <a:ext uri="{FF2B5EF4-FFF2-40B4-BE49-F238E27FC236}">
                <a16:creationId xmlns:a16="http://schemas.microsoft.com/office/drawing/2014/main" id="{1319549B-E052-FF26-8139-1C906B67E3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67000" y="0"/>
            <a:ext cx="64008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CONFLICTING STYLES</a:t>
            </a:r>
          </a:p>
        </p:txBody>
      </p:sp>
      <p:sp>
        <p:nvSpPr>
          <p:cNvPr id="16388" name="Slide Number Placeholder 5">
            <a:extLst>
              <a:ext uri="{FF2B5EF4-FFF2-40B4-BE49-F238E27FC236}">
                <a16:creationId xmlns:a16="http://schemas.microsoft.com/office/drawing/2014/main" id="{3960D58A-A831-EEC4-C21B-847284B7AC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600"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5B883CB-D990-134C-AAEA-2D9D79B842F7}" type="slidenum">
              <a:rPr lang="en-US" altLang="en-US" sz="1100" smtClean="0">
                <a:solidFill>
                  <a:srgbClr val="4D4D4D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100">
              <a:solidFill>
                <a:srgbClr val="4D4D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FB8041-6ADF-939F-F49C-958CFC5E7160}"/>
              </a:ext>
            </a:extLst>
          </p:cNvPr>
          <p:cNvSpPr txBox="1"/>
          <p:nvPr/>
        </p:nvSpPr>
        <p:spPr>
          <a:xfrm>
            <a:off x="304800" y="232714"/>
            <a:ext cx="5715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Example: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011C5C-415D-E859-DA81-AED37B981A44}"/>
              </a:ext>
            </a:extLst>
          </p:cNvPr>
          <p:cNvSpPr txBox="1"/>
          <p:nvPr/>
        </p:nvSpPr>
        <p:spPr>
          <a:xfrm>
            <a:off x="152400" y="1276811"/>
            <a:ext cx="4667250" cy="286232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&lt;head&gt;</a:t>
            </a:r>
          </a:p>
          <a:p>
            <a:r>
              <a:rPr lang="en-US" sz="2000" dirty="0">
                <a:solidFill>
                  <a:srgbClr val="00B050"/>
                </a:solidFill>
              </a:rPr>
              <a:t>     &lt;link </a:t>
            </a:r>
            <a:r>
              <a:rPr lang="en-US" sz="2000" dirty="0" err="1">
                <a:solidFill>
                  <a:srgbClr val="00B050"/>
                </a:solidFill>
              </a:rPr>
              <a:t>rel</a:t>
            </a:r>
            <a:r>
              <a:rPr lang="en-US" sz="2000" dirty="0">
                <a:solidFill>
                  <a:srgbClr val="00B050"/>
                </a:solidFill>
              </a:rPr>
              <a:t> =“stylesheet” type =“text/</a:t>
            </a:r>
            <a:r>
              <a:rPr lang="en-US" sz="2000" dirty="0" err="1">
                <a:solidFill>
                  <a:srgbClr val="00B050"/>
                </a:solidFill>
              </a:rPr>
              <a:t>css</a:t>
            </a:r>
            <a:r>
              <a:rPr lang="en-US" sz="2000" dirty="0">
                <a:solidFill>
                  <a:srgbClr val="00B050"/>
                </a:solidFill>
              </a:rPr>
              <a:t>” 	</a:t>
            </a:r>
            <a:r>
              <a:rPr lang="en-US" sz="2000" dirty="0" err="1">
                <a:solidFill>
                  <a:srgbClr val="00B050"/>
                </a:solidFill>
              </a:rPr>
              <a:t>href</a:t>
            </a:r>
            <a:r>
              <a:rPr lang="en-US" sz="2000" dirty="0">
                <a:solidFill>
                  <a:srgbClr val="00B050"/>
                </a:solidFill>
              </a:rPr>
              <a:t>=“</a:t>
            </a:r>
            <a:r>
              <a:rPr lang="en-US" sz="2000" dirty="0" err="1">
                <a:solidFill>
                  <a:srgbClr val="00B050"/>
                </a:solidFill>
              </a:rPr>
              <a:t>style.css</a:t>
            </a:r>
            <a:r>
              <a:rPr lang="en-US" sz="2000" dirty="0">
                <a:solidFill>
                  <a:srgbClr val="00B050"/>
                </a:solidFill>
              </a:rPr>
              <a:t>”&gt;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&lt;/head&gt;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&lt;body&gt;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</a:rPr>
              <a:t>&lt;p style =“ color: yellow;” class="intro" id="first"&gt;Hello world!&lt;/p&gt;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&lt;/body&gt;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D0BF3D-3D9D-06B6-39D6-4BEC0E0C0918}"/>
              </a:ext>
            </a:extLst>
          </p:cNvPr>
          <p:cNvSpPr txBox="1"/>
          <p:nvPr/>
        </p:nvSpPr>
        <p:spPr>
          <a:xfrm>
            <a:off x="171450" y="838225"/>
            <a:ext cx="5715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Index.html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C33450-3318-686B-5099-7C8E7EC5B0EE}"/>
              </a:ext>
            </a:extLst>
          </p:cNvPr>
          <p:cNvSpPr txBox="1"/>
          <p:nvPr/>
        </p:nvSpPr>
        <p:spPr>
          <a:xfrm>
            <a:off x="5010150" y="1350753"/>
            <a:ext cx="3829050" cy="101566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p { color: blue; }</a:t>
            </a:r>
          </a:p>
          <a:p>
            <a:r>
              <a:rPr lang="en-US" sz="2000" dirty="0">
                <a:solidFill>
                  <a:srgbClr val="FF0000"/>
                </a:solidFill>
              </a:rPr>
              <a:t>.intro { color: green; }</a:t>
            </a:r>
          </a:p>
          <a:p>
            <a:r>
              <a:rPr lang="en-US" sz="2000" dirty="0">
                <a:solidFill>
                  <a:srgbClr val="FF0000"/>
                </a:solidFill>
              </a:rPr>
              <a:t>#first { color: red; 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2C6055-E374-9D2D-2C95-50F143DDCABD}"/>
              </a:ext>
            </a:extLst>
          </p:cNvPr>
          <p:cNvSpPr txBox="1"/>
          <p:nvPr/>
        </p:nvSpPr>
        <p:spPr>
          <a:xfrm>
            <a:off x="5029200" y="912167"/>
            <a:ext cx="46886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style.css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034FAD-F87F-D456-B25C-3A3326D689DF}"/>
              </a:ext>
            </a:extLst>
          </p:cNvPr>
          <p:cNvSpPr txBox="1"/>
          <p:nvPr/>
        </p:nvSpPr>
        <p:spPr>
          <a:xfrm>
            <a:off x="5029200" y="2537393"/>
            <a:ext cx="4038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b="1" dirty="0">
                <a:solidFill>
                  <a:srgbClr val="FFFF00"/>
                </a:solidFill>
              </a:rPr>
              <a:t>How the browser resolves it? 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A345D8-0A7C-8083-E0D2-778169BBF7AC}"/>
              </a:ext>
            </a:extLst>
          </p:cNvPr>
          <p:cNvSpPr txBox="1"/>
          <p:nvPr/>
        </p:nvSpPr>
        <p:spPr>
          <a:xfrm>
            <a:off x="5010150" y="3094308"/>
            <a:ext cx="37719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“</a:t>
            </a:r>
            <a:r>
              <a:rPr lang="en-US" sz="3200" dirty="0"/>
              <a:t>Cascading</a:t>
            </a:r>
            <a:r>
              <a:rPr lang="en-US" dirty="0"/>
              <a:t>” means the order of priority.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6C7C4F-BAC0-4022-7487-9A2D9BB9A8B2}"/>
              </a:ext>
            </a:extLst>
          </p:cNvPr>
          <p:cNvSpPr txBox="1"/>
          <p:nvPr/>
        </p:nvSpPr>
        <p:spPr>
          <a:xfrm>
            <a:off x="304800" y="4237869"/>
            <a:ext cx="847725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Based on W3C, there are 3 step hierarchy.</a:t>
            </a:r>
          </a:p>
          <a:p>
            <a:pPr marL="2628900" lvl="5" indent="-342900">
              <a:buFont typeface="Wingdings" pitchFamily="2" charset="2"/>
              <a:buChar char="Ø"/>
            </a:pPr>
            <a:r>
              <a:rPr lang="en-US" dirty="0"/>
              <a:t>Importance</a:t>
            </a:r>
          </a:p>
          <a:p>
            <a:pPr marL="2628900" lvl="5" indent="-342900">
              <a:buFont typeface="Wingdings" pitchFamily="2" charset="2"/>
              <a:buChar char="Ø"/>
            </a:pPr>
            <a:r>
              <a:rPr lang="en-US" dirty="0"/>
              <a:t>Specificity</a:t>
            </a:r>
          </a:p>
          <a:p>
            <a:pPr marL="2628900" lvl="5" indent="-342900">
              <a:buFont typeface="Wingdings" pitchFamily="2" charset="2"/>
              <a:buChar char="Ø"/>
            </a:pPr>
            <a:r>
              <a:rPr lang="en-US" dirty="0"/>
              <a:t>Source Order</a:t>
            </a:r>
          </a:p>
          <a:p>
            <a:pPr algn="just"/>
            <a:r>
              <a:rPr lang="en-US" dirty="0"/>
              <a:t> 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641282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2728A-5803-CF3B-52BB-52093D05D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>
            <a:extLst>
              <a:ext uri="{FF2B5EF4-FFF2-40B4-BE49-F238E27FC236}">
                <a16:creationId xmlns:a16="http://schemas.microsoft.com/office/drawing/2014/main" id="{84065CA1-66D4-2A7D-C354-A76AB2AAB5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67000" y="0"/>
            <a:ext cx="64008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CONFLICTING STYLES</a:t>
            </a:r>
          </a:p>
        </p:txBody>
      </p:sp>
      <p:sp>
        <p:nvSpPr>
          <p:cNvPr id="16388" name="Slide Number Placeholder 5">
            <a:extLst>
              <a:ext uri="{FF2B5EF4-FFF2-40B4-BE49-F238E27FC236}">
                <a16:creationId xmlns:a16="http://schemas.microsoft.com/office/drawing/2014/main" id="{43336E66-E868-DBA3-EB38-E63748E753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5791200" y="6419481"/>
            <a:ext cx="3124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600"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5B883CB-D990-134C-AAEA-2D9D79B842F7}" type="slidenum">
              <a:rPr lang="en-US" altLang="en-US" sz="1100" smtClean="0">
                <a:solidFill>
                  <a:srgbClr val="4D4D4D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100">
              <a:solidFill>
                <a:srgbClr val="4D4D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73348-5990-6F7D-C4B6-2B1ADE0D86CC}"/>
              </a:ext>
            </a:extLst>
          </p:cNvPr>
          <p:cNvSpPr txBox="1"/>
          <p:nvPr/>
        </p:nvSpPr>
        <p:spPr>
          <a:xfrm>
            <a:off x="304800" y="232714"/>
            <a:ext cx="5715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Example: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3B5908-D971-B662-73BE-FB8A6EE7DE80}"/>
              </a:ext>
            </a:extLst>
          </p:cNvPr>
          <p:cNvSpPr txBox="1"/>
          <p:nvPr/>
        </p:nvSpPr>
        <p:spPr>
          <a:xfrm>
            <a:off x="228600" y="3257986"/>
            <a:ext cx="4667250" cy="286232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&lt;head&gt;</a:t>
            </a:r>
          </a:p>
          <a:p>
            <a:r>
              <a:rPr lang="en-US" sz="2000" dirty="0">
                <a:solidFill>
                  <a:srgbClr val="00B050"/>
                </a:solidFill>
              </a:rPr>
              <a:t>     &lt;link </a:t>
            </a:r>
            <a:r>
              <a:rPr lang="en-US" sz="2000" dirty="0" err="1">
                <a:solidFill>
                  <a:srgbClr val="00B050"/>
                </a:solidFill>
              </a:rPr>
              <a:t>rel</a:t>
            </a:r>
            <a:r>
              <a:rPr lang="en-US" sz="2000" dirty="0">
                <a:solidFill>
                  <a:srgbClr val="00B050"/>
                </a:solidFill>
              </a:rPr>
              <a:t> =“stylesheet” type =“text/</a:t>
            </a:r>
            <a:r>
              <a:rPr lang="en-US" sz="2000" dirty="0" err="1">
                <a:solidFill>
                  <a:srgbClr val="00B050"/>
                </a:solidFill>
              </a:rPr>
              <a:t>css</a:t>
            </a:r>
            <a:r>
              <a:rPr lang="en-US" sz="2000" dirty="0">
                <a:solidFill>
                  <a:srgbClr val="00B050"/>
                </a:solidFill>
              </a:rPr>
              <a:t>” 	</a:t>
            </a:r>
            <a:r>
              <a:rPr lang="en-US" sz="2000" dirty="0" err="1">
                <a:solidFill>
                  <a:srgbClr val="00B050"/>
                </a:solidFill>
              </a:rPr>
              <a:t>href</a:t>
            </a:r>
            <a:r>
              <a:rPr lang="en-US" sz="2000" dirty="0">
                <a:solidFill>
                  <a:srgbClr val="00B050"/>
                </a:solidFill>
              </a:rPr>
              <a:t>=“</a:t>
            </a:r>
            <a:r>
              <a:rPr lang="en-US" sz="2000" dirty="0" err="1">
                <a:solidFill>
                  <a:srgbClr val="00B050"/>
                </a:solidFill>
              </a:rPr>
              <a:t>style.css</a:t>
            </a:r>
            <a:r>
              <a:rPr lang="en-US" sz="2000" dirty="0">
                <a:solidFill>
                  <a:srgbClr val="00B050"/>
                </a:solidFill>
              </a:rPr>
              <a:t>”&gt;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&lt;/head&gt;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&lt;body&gt;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</a:rPr>
              <a:t>&lt;p style =“ color: yellow;” class="intro" id="first"&gt;Hello world!&lt;/p&gt;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&lt;/body&gt;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E78DB2-B6AD-52D6-B346-912353B3F33D}"/>
              </a:ext>
            </a:extLst>
          </p:cNvPr>
          <p:cNvSpPr txBox="1"/>
          <p:nvPr/>
        </p:nvSpPr>
        <p:spPr>
          <a:xfrm>
            <a:off x="247650" y="2819400"/>
            <a:ext cx="5715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Index.html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C0D31C-3F46-B564-AE49-C427ECE11CD9}"/>
              </a:ext>
            </a:extLst>
          </p:cNvPr>
          <p:cNvSpPr txBox="1"/>
          <p:nvPr/>
        </p:nvSpPr>
        <p:spPr>
          <a:xfrm>
            <a:off x="5086350" y="3331928"/>
            <a:ext cx="3829050" cy="101566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p { color: blue; }</a:t>
            </a:r>
          </a:p>
          <a:p>
            <a:r>
              <a:rPr lang="en-US" sz="2000" dirty="0">
                <a:solidFill>
                  <a:srgbClr val="FF0000"/>
                </a:solidFill>
              </a:rPr>
              <a:t>.intro { color: green; }</a:t>
            </a:r>
          </a:p>
          <a:p>
            <a:r>
              <a:rPr lang="en-US" sz="2000" dirty="0">
                <a:solidFill>
                  <a:srgbClr val="FF0000"/>
                </a:solidFill>
              </a:rPr>
              <a:t>#first { color: red; 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BB519A-FC2C-EFDA-6884-56035F0F1ACC}"/>
              </a:ext>
            </a:extLst>
          </p:cNvPr>
          <p:cNvSpPr txBox="1"/>
          <p:nvPr/>
        </p:nvSpPr>
        <p:spPr>
          <a:xfrm>
            <a:off x="5105400" y="2893342"/>
            <a:ext cx="46886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style.css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AD42BE-3CAC-631B-DE34-6FB9488D655D}"/>
              </a:ext>
            </a:extLst>
          </p:cNvPr>
          <p:cNvSpPr txBox="1"/>
          <p:nvPr/>
        </p:nvSpPr>
        <p:spPr>
          <a:xfrm>
            <a:off x="5105400" y="4518568"/>
            <a:ext cx="4038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b="1" dirty="0">
                <a:solidFill>
                  <a:srgbClr val="FFFF00"/>
                </a:solidFill>
              </a:rPr>
              <a:t>In this case, &lt;p&gt; will turn yellow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CE4FE5-BE06-4FE2-D90A-3C0CBC962015}"/>
              </a:ext>
            </a:extLst>
          </p:cNvPr>
          <p:cNvSpPr txBox="1"/>
          <p:nvPr/>
        </p:nvSpPr>
        <p:spPr>
          <a:xfrm>
            <a:off x="590550" y="901171"/>
            <a:ext cx="847725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FFFF00"/>
                </a:solidFill>
              </a:rPr>
              <a:t>Follow Importance: </a:t>
            </a:r>
          </a:p>
          <a:p>
            <a:pPr marL="457200" indent="-457200" algn="just">
              <a:buAutoNum type="arabicPeriod"/>
            </a:pPr>
            <a:r>
              <a:rPr lang="en-US" dirty="0">
                <a:solidFill>
                  <a:srgbClr val="FFFF00"/>
                </a:solidFill>
              </a:rPr>
              <a:t>Highest priority = inline style</a:t>
            </a:r>
          </a:p>
          <a:p>
            <a:pPr marL="457200" indent="-457200" algn="just">
              <a:buAutoNum type="arabicPeriod"/>
            </a:pPr>
            <a:r>
              <a:rPr lang="en-US" dirty="0">
                <a:solidFill>
                  <a:srgbClr val="FFFF00"/>
                </a:solidFill>
              </a:rPr>
              <a:t>2</a:t>
            </a:r>
            <a:r>
              <a:rPr lang="en-US" baseline="30000" dirty="0">
                <a:solidFill>
                  <a:srgbClr val="FFFF00"/>
                </a:solidFill>
              </a:rPr>
              <a:t>nd</a:t>
            </a:r>
            <a:r>
              <a:rPr lang="en-US" dirty="0">
                <a:solidFill>
                  <a:srgbClr val="FFFF00"/>
                </a:solidFill>
              </a:rPr>
              <a:t> priority = internal style </a:t>
            </a:r>
          </a:p>
          <a:p>
            <a:pPr marL="457200" indent="-457200" algn="just">
              <a:buAutoNum type="arabicPeriod"/>
            </a:pPr>
            <a:r>
              <a:rPr lang="en-US" dirty="0">
                <a:solidFill>
                  <a:srgbClr val="FFFF00"/>
                </a:solidFill>
              </a:rPr>
              <a:t>External styles</a:t>
            </a:r>
          </a:p>
          <a:p>
            <a:pPr marL="457200" indent="-457200" algn="just">
              <a:buAutoNum type="arabicPeriod"/>
            </a:pPr>
            <a:r>
              <a:rPr lang="en-US" dirty="0">
                <a:solidFill>
                  <a:srgbClr val="FFFF00"/>
                </a:solidFill>
              </a:rPr>
              <a:t>Default styles</a:t>
            </a:r>
          </a:p>
          <a:p>
            <a:pPr algn="just"/>
            <a:r>
              <a:rPr lang="en-US" dirty="0"/>
              <a:t> 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682480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8F6B4-E79B-1BAD-3714-345006559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>
            <a:extLst>
              <a:ext uri="{FF2B5EF4-FFF2-40B4-BE49-F238E27FC236}">
                <a16:creationId xmlns:a16="http://schemas.microsoft.com/office/drawing/2014/main" id="{4D46EFBD-CCC8-B69C-7C21-65CAB0B85A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67000" y="0"/>
            <a:ext cx="64008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CONFLICTING STYLES</a:t>
            </a:r>
          </a:p>
        </p:txBody>
      </p:sp>
      <p:sp>
        <p:nvSpPr>
          <p:cNvPr id="16388" name="Slide Number Placeholder 5">
            <a:extLst>
              <a:ext uri="{FF2B5EF4-FFF2-40B4-BE49-F238E27FC236}">
                <a16:creationId xmlns:a16="http://schemas.microsoft.com/office/drawing/2014/main" id="{89FFA099-A9D3-E2F3-D836-18A5B02843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5791200" y="6419481"/>
            <a:ext cx="3124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600"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5B883CB-D990-134C-AAEA-2D9D79B842F7}" type="slidenum">
              <a:rPr lang="en-US" altLang="en-US" sz="1100" smtClean="0">
                <a:solidFill>
                  <a:srgbClr val="4D4D4D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100">
              <a:solidFill>
                <a:srgbClr val="4D4D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A6791-4D40-9731-B77C-138D282C2ABB}"/>
              </a:ext>
            </a:extLst>
          </p:cNvPr>
          <p:cNvSpPr txBox="1"/>
          <p:nvPr/>
        </p:nvSpPr>
        <p:spPr>
          <a:xfrm>
            <a:off x="304800" y="232714"/>
            <a:ext cx="5715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Example: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A82175-F224-AADE-2125-8FAD0B2345EF}"/>
              </a:ext>
            </a:extLst>
          </p:cNvPr>
          <p:cNvSpPr txBox="1"/>
          <p:nvPr/>
        </p:nvSpPr>
        <p:spPr>
          <a:xfrm>
            <a:off x="228600" y="3257986"/>
            <a:ext cx="4667250" cy="255454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&lt;head&gt;</a:t>
            </a:r>
          </a:p>
          <a:p>
            <a:r>
              <a:rPr lang="en-US" sz="2000" dirty="0">
                <a:solidFill>
                  <a:srgbClr val="00B050"/>
                </a:solidFill>
              </a:rPr>
              <a:t>     &lt;link </a:t>
            </a:r>
            <a:r>
              <a:rPr lang="en-US" sz="2000" dirty="0" err="1">
                <a:solidFill>
                  <a:srgbClr val="00B050"/>
                </a:solidFill>
              </a:rPr>
              <a:t>rel</a:t>
            </a:r>
            <a:r>
              <a:rPr lang="en-US" sz="2000" dirty="0">
                <a:solidFill>
                  <a:srgbClr val="00B050"/>
                </a:solidFill>
              </a:rPr>
              <a:t> =“stylesheet” type =“text/</a:t>
            </a:r>
            <a:r>
              <a:rPr lang="en-US" sz="2000" dirty="0" err="1">
                <a:solidFill>
                  <a:srgbClr val="00B050"/>
                </a:solidFill>
              </a:rPr>
              <a:t>css</a:t>
            </a:r>
            <a:r>
              <a:rPr lang="en-US" sz="2000" dirty="0">
                <a:solidFill>
                  <a:srgbClr val="00B050"/>
                </a:solidFill>
              </a:rPr>
              <a:t>” 	</a:t>
            </a:r>
            <a:r>
              <a:rPr lang="en-US" sz="2000" dirty="0" err="1">
                <a:solidFill>
                  <a:srgbClr val="00B050"/>
                </a:solidFill>
              </a:rPr>
              <a:t>href</a:t>
            </a:r>
            <a:r>
              <a:rPr lang="en-US" sz="2000" dirty="0">
                <a:solidFill>
                  <a:srgbClr val="00B050"/>
                </a:solidFill>
              </a:rPr>
              <a:t>=“</a:t>
            </a:r>
            <a:r>
              <a:rPr lang="en-US" sz="2000" dirty="0" err="1">
                <a:solidFill>
                  <a:srgbClr val="00B050"/>
                </a:solidFill>
              </a:rPr>
              <a:t>style.css</a:t>
            </a:r>
            <a:r>
              <a:rPr lang="en-US" sz="2000" dirty="0">
                <a:solidFill>
                  <a:srgbClr val="00B050"/>
                </a:solidFill>
              </a:rPr>
              <a:t>”&gt;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&lt;/head&gt;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&lt;body&gt;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</a:rPr>
              <a:t>&lt;p class="intro" id="first"&gt;Hello world!&lt;/p&gt;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&lt;/body&gt;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1CC064-FBC3-B973-7313-465DAC5371F8}"/>
              </a:ext>
            </a:extLst>
          </p:cNvPr>
          <p:cNvSpPr txBox="1"/>
          <p:nvPr/>
        </p:nvSpPr>
        <p:spPr>
          <a:xfrm>
            <a:off x="247650" y="2819400"/>
            <a:ext cx="5715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Index.html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4A9EDF-1325-D057-0435-7806AD963398}"/>
              </a:ext>
            </a:extLst>
          </p:cNvPr>
          <p:cNvSpPr txBox="1"/>
          <p:nvPr/>
        </p:nvSpPr>
        <p:spPr>
          <a:xfrm>
            <a:off x="5086350" y="3331928"/>
            <a:ext cx="3829050" cy="101566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p { color: blue; }</a:t>
            </a:r>
          </a:p>
          <a:p>
            <a:r>
              <a:rPr lang="en-US" sz="2000" dirty="0">
                <a:solidFill>
                  <a:srgbClr val="FF0000"/>
                </a:solidFill>
              </a:rPr>
              <a:t>.intro { color: green; }</a:t>
            </a:r>
          </a:p>
          <a:p>
            <a:r>
              <a:rPr lang="en-US" sz="2000" dirty="0">
                <a:solidFill>
                  <a:srgbClr val="FF0000"/>
                </a:solidFill>
              </a:rPr>
              <a:t>#first { color: red; 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87A9E8-DFF8-A55C-16B6-92950C27559D}"/>
              </a:ext>
            </a:extLst>
          </p:cNvPr>
          <p:cNvSpPr txBox="1"/>
          <p:nvPr/>
        </p:nvSpPr>
        <p:spPr>
          <a:xfrm>
            <a:off x="5105400" y="2893342"/>
            <a:ext cx="46886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style.css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0BB07D-8548-6D36-78EB-A81B9249D87F}"/>
              </a:ext>
            </a:extLst>
          </p:cNvPr>
          <p:cNvSpPr txBox="1"/>
          <p:nvPr/>
        </p:nvSpPr>
        <p:spPr>
          <a:xfrm>
            <a:off x="5105400" y="4518568"/>
            <a:ext cx="4038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b="1" dirty="0">
                <a:solidFill>
                  <a:srgbClr val="FFFF00"/>
                </a:solidFill>
              </a:rPr>
              <a:t>In this case, &lt;p&gt; will turn red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4F47ED-1412-2D67-4A38-7A2D31DE1EAD}"/>
              </a:ext>
            </a:extLst>
          </p:cNvPr>
          <p:cNvSpPr txBox="1"/>
          <p:nvPr/>
        </p:nvSpPr>
        <p:spPr>
          <a:xfrm>
            <a:off x="590550" y="901171"/>
            <a:ext cx="847725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FFFF00"/>
                </a:solidFill>
              </a:rPr>
              <a:t>Follow Specificity: </a:t>
            </a:r>
          </a:p>
          <a:p>
            <a:pPr marL="457200" indent="-457200" algn="just">
              <a:buAutoNum type="arabicPeriod"/>
            </a:pPr>
            <a:r>
              <a:rPr lang="en-US" dirty="0">
                <a:solidFill>
                  <a:srgbClr val="FFFF00"/>
                </a:solidFill>
              </a:rPr>
              <a:t>Highest priority = id selector</a:t>
            </a:r>
          </a:p>
          <a:p>
            <a:pPr marL="457200" indent="-457200" algn="just">
              <a:buAutoNum type="arabicPeriod"/>
            </a:pPr>
            <a:r>
              <a:rPr lang="en-US" dirty="0">
                <a:solidFill>
                  <a:srgbClr val="FFFF00"/>
                </a:solidFill>
              </a:rPr>
              <a:t>2</a:t>
            </a:r>
            <a:r>
              <a:rPr lang="en-US" baseline="30000" dirty="0">
                <a:solidFill>
                  <a:srgbClr val="FFFF00"/>
                </a:solidFill>
              </a:rPr>
              <a:t>nd</a:t>
            </a:r>
            <a:r>
              <a:rPr lang="en-US" dirty="0">
                <a:solidFill>
                  <a:srgbClr val="FFFF00"/>
                </a:solidFill>
              </a:rPr>
              <a:t> priority = class selector</a:t>
            </a:r>
          </a:p>
          <a:p>
            <a:pPr marL="457200" indent="-457200" algn="just">
              <a:buAutoNum type="arabicPeriod"/>
            </a:pPr>
            <a:r>
              <a:rPr lang="en-US" dirty="0">
                <a:solidFill>
                  <a:srgbClr val="FFFF00"/>
                </a:solidFill>
              </a:rPr>
              <a:t>Element selector</a:t>
            </a:r>
          </a:p>
          <a:p>
            <a:pPr algn="just"/>
            <a:r>
              <a:rPr lang="en-US" dirty="0"/>
              <a:t> 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280263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C868D-8EA9-2260-65AC-AA1047D03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>
            <a:extLst>
              <a:ext uri="{FF2B5EF4-FFF2-40B4-BE49-F238E27FC236}">
                <a16:creationId xmlns:a16="http://schemas.microsoft.com/office/drawing/2014/main" id="{4669581A-43EC-58F0-0732-8A6096439D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67000" y="0"/>
            <a:ext cx="64008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CONFLICTING STYLES</a:t>
            </a:r>
          </a:p>
        </p:txBody>
      </p:sp>
      <p:sp>
        <p:nvSpPr>
          <p:cNvPr id="16388" name="Slide Number Placeholder 5">
            <a:extLst>
              <a:ext uri="{FF2B5EF4-FFF2-40B4-BE49-F238E27FC236}">
                <a16:creationId xmlns:a16="http://schemas.microsoft.com/office/drawing/2014/main" id="{090E59DD-EC2B-ED6F-A1B1-C12547F89D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5791200" y="6419481"/>
            <a:ext cx="3124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600"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5B883CB-D990-134C-AAEA-2D9D79B842F7}" type="slidenum">
              <a:rPr lang="en-US" altLang="en-US" sz="1100" smtClean="0">
                <a:solidFill>
                  <a:srgbClr val="4D4D4D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100">
              <a:solidFill>
                <a:srgbClr val="4D4D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00906-0C93-834D-CFD7-288E88AD4A4E}"/>
              </a:ext>
            </a:extLst>
          </p:cNvPr>
          <p:cNvSpPr txBox="1"/>
          <p:nvPr/>
        </p:nvSpPr>
        <p:spPr>
          <a:xfrm>
            <a:off x="304800" y="232714"/>
            <a:ext cx="5715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Example: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9C878D-F041-9671-D5D9-50AE08B14B36}"/>
              </a:ext>
            </a:extLst>
          </p:cNvPr>
          <p:cNvSpPr txBox="1"/>
          <p:nvPr/>
        </p:nvSpPr>
        <p:spPr>
          <a:xfrm>
            <a:off x="228600" y="3257986"/>
            <a:ext cx="4667250" cy="255454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&lt;head&gt;</a:t>
            </a:r>
          </a:p>
          <a:p>
            <a:r>
              <a:rPr lang="en-US" sz="2000" dirty="0">
                <a:solidFill>
                  <a:srgbClr val="00B050"/>
                </a:solidFill>
              </a:rPr>
              <a:t>     &lt;link </a:t>
            </a:r>
            <a:r>
              <a:rPr lang="en-US" sz="2000" dirty="0" err="1">
                <a:solidFill>
                  <a:srgbClr val="00B050"/>
                </a:solidFill>
              </a:rPr>
              <a:t>rel</a:t>
            </a:r>
            <a:r>
              <a:rPr lang="en-US" sz="2000" dirty="0">
                <a:solidFill>
                  <a:srgbClr val="00B050"/>
                </a:solidFill>
              </a:rPr>
              <a:t> =“stylesheet” type =“text/</a:t>
            </a:r>
            <a:r>
              <a:rPr lang="en-US" sz="2000" dirty="0" err="1">
                <a:solidFill>
                  <a:srgbClr val="00B050"/>
                </a:solidFill>
              </a:rPr>
              <a:t>css</a:t>
            </a:r>
            <a:r>
              <a:rPr lang="en-US" sz="2000" dirty="0">
                <a:solidFill>
                  <a:srgbClr val="00B050"/>
                </a:solidFill>
              </a:rPr>
              <a:t>” 	</a:t>
            </a:r>
            <a:r>
              <a:rPr lang="en-US" sz="2000" dirty="0" err="1">
                <a:solidFill>
                  <a:srgbClr val="00B050"/>
                </a:solidFill>
              </a:rPr>
              <a:t>href</a:t>
            </a:r>
            <a:r>
              <a:rPr lang="en-US" sz="2000" dirty="0">
                <a:solidFill>
                  <a:srgbClr val="00B050"/>
                </a:solidFill>
              </a:rPr>
              <a:t>=“</a:t>
            </a:r>
            <a:r>
              <a:rPr lang="en-US" sz="2000" dirty="0" err="1">
                <a:solidFill>
                  <a:srgbClr val="00B050"/>
                </a:solidFill>
              </a:rPr>
              <a:t>style.css</a:t>
            </a:r>
            <a:r>
              <a:rPr lang="en-US" sz="2000" dirty="0">
                <a:solidFill>
                  <a:srgbClr val="00B050"/>
                </a:solidFill>
              </a:rPr>
              <a:t>”&gt;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&lt;/head&gt;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&lt;body&gt;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</a:rPr>
              <a:t>&lt;p class="intro" id="first"&gt;Hello world!&lt;/p&gt;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&lt;/body&gt;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314499-0DE6-4123-46D4-96D71F2A34ED}"/>
              </a:ext>
            </a:extLst>
          </p:cNvPr>
          <p:cNvSpPr txBox="1"/>
          <p:nvPr/>
        </p:nvSpPr>
        <p:spPr>
          <a:xfrm>
            <a:off x="247650" y="2819400"/>
            <a:ext cx="5715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Index.html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31ACF4-9159-8632-2F18-A97DBD07BE9A}"/>
              </a:ext>
            </a:extLst>
          </p:cNvPr>
          <p:cNvSpPr txBox="1"/>
          <p:nvPr/>
        </p:nvSpPr>
        <p:spPr>
          <a:xfrm>
            <a:off x="5086350" y="3331928"/>
            <a:ext cx="3829050" cy="707886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p { color: blue; }</a:t>
            </a:r>
          </a:p>
          <a:p>
            <a:r>
              <a:rPr lang="en-US" sz="2000" dirty="0">
                <a:solidFill>
                  <a:srgbClr val="FF0000"/>
                </a:solidFill>
              </a:rPr>
              <a:t>p { color: green; 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F7B084-66FD-8FC0-A345-C8C20491575B}"/>
              </a:ext>
            </a:extLst>
          </p:cNvPr>
          <p:cNvSpPr txBox="1"/>
          <p:nvPr/>
        </p:nvSpPr>
        <p:spPr>
          <a:xfrm>
            <a:off x="5105400" y="2893342"/>
            <a:ext cx="46886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style.css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6FA7C2-4EF1-05D1-58D8-3BB22146D578}"/>
              </a:ext>
            </a:extLst>
          </p:cNvPr>
          <p:cNvSpPr txBox="1"/>
          <p:nvPr/>
        </p:nvSpPr>
        <p:spPr>
          <a:xfrm>
            <a:off x="5086350" y="4200410"/>
            <a:ext cx="4038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b="1" dirty="0">
                <a:solidFill>
                  <a:srgbClr val="FFFF00"/>
                </a:solidFill>
              </a:rPr>
              <a:t>In this case, &lt;p&gt; will turn green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1E310F-9974-0DF2-77AA-508E97015699}"/>
              </a:ext>
            </a:extLst>
          </p:cNvPr>
          <p:cNvSpPr txBox="1"/>
          <p:nvPr/>
        </p:nvSpPr>
        <p:spPr>
          <a:xfrm>
            <a:off x="590550" y="901171"/>
            <a:ext cx="847725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FFFF00"/>
                </a:solidFill>
              </a:rPr>
              <a:t>Follow Source Order: </a:t>
            </a:r>
          </a:p>
          <a:p>
            <a:pPr marL="457200" indent="-457200" algn="just">
              <a:buAutoNum type="arabicPeriod"/>
            </a:pPr>
            <a:r>
              <a:rPr lang="en-US" dirty="0">
                <a:solidFill>
                  <a:srgbClr val="FFFF00"/>
                </a:solidFill>
              </a:rPr>
              <a:t>If two rules have the same importance and specificity, the one that appears last in the code wins. </a:t>
            </a:r>
          </a:p>
          <a:p>
            <a:pPr algn="just"/>
            <a:r>
              <a:rPr lang="en-US" dirty="0"/>
              <a:t> 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361431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82511-EB7A-DE89-BE0A-28F7DC170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>
            <a:extLst>
              <a:ext uri="{FF2B5EF4-FFF2-40B4-BE49-F238E27FC236}">
                <a16:creationId xmlns:a16="http://schemas.microsoft.com/office/drawing/2014/main" id="{89F41B10-BEA0-E53B-B253-009FF33A44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67000" y="0"/>
            <a:ext cx="6400800" cy="1143000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POSITIONING ELEMENTS</a:t>
            </a:r>
          </a:p>
        </p:txBody>
      </p:sp>
      <p:sp>
        <p:nvSpPr>
          <p:cNvPr id="16388" name="Slide Number Placeholder 5">
            <a:extLst>
              <a:ext uri="{FF2B5EF4-FFF2-40B4-BE49-F238E27FC236}">
                <a16:creationId xmlns:a16="http://schemas.microsoft.com/office/drawing/2014/main" id="{404FC68B-9A86-D27A-1B6A-076F9A2C82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600"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5B883CB-D990-134C-AAEA-2D9D79B842F7}" type="slidenum">
              <a:rPr lang="en-US" altLang="en-US" sz="1100" smtClean="0">
                <a:solidFill>
                  <a:srgbClr val="4D4D4D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100">
              <a:solidFill>
                <a:srgbClr val="4D4D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4315F7-014F-FF03-14D4-25D47A2FB857}"/>
              </a:ext>
            </a:extLst>
          </p:cNvPr>
          <p:cNvSpPr txBox="1"/>
          <p:nvPr/>
        </p:nvSpPr>
        <p:spPr>
          <a:xfrm>
            <a:off x="381000" y="1143000"/>
            <a:ext cx="8305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MY" b="1" dirty="0">
                <a:latin typeface="+mn-lt"/>
              </a:rPr>
              <a:t>Positioning</a:t>
            </a:r>
            <a:r>
              <a:rPr lang="en-MY" dirty="0">
                <a:latin typeface="+mn-lt"/>
              </a:rPr>
              <a:t> controls </a:t>
            </a:r>
            <a:r>
              <a:rPr lang="en-MY" b="1" dirty="0">
                <a:latin typeface="+mn-lt"/>
              </a:rPr>
              <a:t>how elements are placed</a:t>
            </a:r>
            <a:r>
              <a:rPr lang="en-MY" dirty="0">
                <a:latin typeface="+mn-lt"/>
              </a:rPr>
              <a:t> on a web page , whether they follow the normal document flow or are manually positioned.</a:t>
            </a:r>
            <a:endParaRPr lang="en-US" dirty="0">
              <a:latin typeface="+mn-lt"/>
            </a:endParaRPr>
          </a:p>
        </p:txBody>
      </p:sp>
      <p:pic>
        <p:nvPicPr>
          <p:cNvPr id="6" name="Picture 5" descr="A green text on a white background&#10;&#10;AI-generated content may be incorrect.">
            <a:extLst>
              <a:ext uri="{FF2B5EF4-FFF2-40B4-BE49-F238E27FC236}">
                <a16:creationId xmlns:a16="http://schemas.microsoft.com/office/drawing/2014/main" id="{9B438A62-1518-4B40-A580-D3D4D3DA66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100" y="361950"/>
            <a:ext cx="1358900" cy="43180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07EBE3E-ABD0-45C7-7A72-E8332F395A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8022089"/>
              </p:ext>
            </p:extLst>
          </p:nvPr>
        </p:nvGraphicFramePr>
        <p:xfrm>
          <a:off x="533400" y="2642056"/>
          <a:ext cx="7848600" cy="3555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9928995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731395798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963801193"/>
                    </a:ext>
                  </a:extLst>
                </a:gridCol>
              </a:tblGrid>
              <a:tr h="537557"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Behaviour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387179"/>
                  </a:ext>
                </a:extLst>
              </a:tr>
              <a:tr h="537557">
                <a:tc>
                  <a:txBody>
                    <a:bodyPr/>
                    <a:lstStyle/>
                    <a:p>
                      <a:r>
                        <a:rPr lang="en-US" dirty="0"/>
                        <a:t>static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Elements appear in the </a:t>
                      </a:r>
                      <a:r>
                        <a:rPr lang="en-MY" b="1" dirty="0"/>
                        <a:t>normal flow</a:t>
                      </a:r>
                      <a:r>
                        <a:rPr lang="en-MY" dirty="0"/>
                        <a:t> of the page (top to bottom). You can’t use top, left, right, or bottom.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5839714"/>
                  </a:ext>
                </a:extLst>
              </a:tr>
              <a:tr h="537557">
                <a:tc>
                  <a:txBody>
                    <a:bodyPr/>
                    <a:lstStyle/>
                    <a:p>
                      <a:r>
                        <a:rPr lang="en-US" dirty="0"/>
                        <a:t>relative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Moves </a:t>
                      </a:r>
                      <a:r>
                        <a:rPr lang="en-MY" b="1" dirty="0"/>
                        <a:t>relative to its original position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The element still takes up its original space but can be shifted around.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460906"/>
                  </a:ext>
                </a:extLst>
              </a:tr>
              <a:tr h="537557">
                <a:tc>
                  <a:txBody>
                    <a:bodyPr/>
                    <a:lstStyle/>
                    <a:p>
                      <a:r>
                        <a:rPr lang="en-US" dirty="0"/>
                        <a:t>absolute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Moves </a:t>
                      </a:r>
                      <a:r>
                        <a:rPr lang="en-MY" b="1" dirty="0"/>
                        <a:t>relative to its nearest positioned parent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The element is </a:t>
                      </a:r>
                      <a:r>
                        <a:rPr lang="en-MY" b="1" dirty="0"/>
                        <a:t>taken out of the normal flow</a:t>
                      </a:r>
                      <a:r>
                        <a:rPr lang="en-MY" dirty="0"/>
                        <a:t> and placed exactly where you set it.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4653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5315704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88CB9-3505-83F1-A457-A737C0D44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>
            <a:extLst>
              <a:ext uri="{FF2B5EF4-FFF2-40B4-BE49-F238E27FC236}">
                <a16:creationId xmlns:a16="http://schemas.microsoft.com/office/drawing/2014/main" id="{BF655C2B-50B4-1AE4-5D2A-35557C5646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67000" y="0"/>
            <a:ext cx="6400800" cy="1143000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POSITIONING ELEMENTS</a:t>
            </a:r>
          </a:p>
        </p:txBody>
      </p:sp>
      <p:sp>
        <p:nvSpPr>
          <p:cNvPr id="16388" name="Slide Number Placeholder 5">
            <a:extLst>
              <a:ext uri="{FF2B5EF4-FFF2-40B4-BE49-F238E27FC236}">
                <a16:creationId xmlns:a16="http://schemas.microsoft.com/office/drawing/2014/main" id="{D0966AC9-E8EE-0653-F18F-20E1599FEA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2000"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 marL="742950" indent="-28575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600"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 marL="1143000" indent="-22860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 marL="1600200" indent="-22860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 marL="2057400" indent="-228600">
              <a:spcBef>
                <a:spcPts val="700"/>
              </a:spcBef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5pPr>
            <a:lvl6pPr marL="25146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6pPr>
            <a:lvl7pPr marL="29718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7pPr>
            <a:lvl8pPr marL="34290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8pPr>
            <a:lvl9pPr marL="3886200" indent="-22860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3" pitchFamily="2" charset="2"/>
              <a:buChar char=""/>
              <a:defRPr sz="1400">
                <a:solidFill>
                  <a:schemeClr val="tx1"/>
                </a:solidFill>
                <a:latin typeface="Gill Sans MT" panose="020B0502020104020203" pitchFamily="34" charset="7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5B883CB-D990-134C-AAEA-2D9D79B842F7}" type="slidenum">
              <a:rPr lang="en-US" altLang="en-US" sz="1100" smtClean="0">
                <a:solidFill>
                  <a:srgbClr val="4D4D4D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100">
              <a:solidFill>
                <a:srgbClr val="4D4D4D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" name="Picture 5" descr="A green text on a white background&#10;&#10;AI-generated content may be incorrect.">
            <a:extLst>
              <a:ext uri="{FF2B5EF4-FFF2-40B4-BE49-F238E27FC236}">
                <a16:creationId xmlns:a16="http://schemas.microsoft.com/office/drawing/2014/main" id="{BB732693-7B19-7FEB-9A70-89187109A9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100" y="361950"/>
            <a:ext cx="1358900" cy="43180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14DD018-D38F-CE0E-9A48-2D3C161FD3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563949"/>
              </p:ext>
            </p:extLst>
          </p:nvPr>
        </p:nvGraphicFramePr>
        <p:xfrm>
          <a:off x="647700" y="1608376"/>
          <a:ext cx="7848600" cy="18177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9928995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731395798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963801193"/>
                    </a:ext>
                  </a:extLst>
                </a:gridCol>
              </a:tblGrid>
              <a:tr h="537557"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Behaviour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387179"/>
                  </a:ext>
                </a:extLst>
              </a:tr>
              <a:tr h="537557">
                <a:tc>
                  <a:txBody>
                    <a:bodyPr/>
                    <a:lstStyle/>
                    <a:p>
                      <a:r>
                        <a:rPr lang="en-US" dirty="0"/>
                        <a:t>fixed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Stays </a:t>
                      </a:r>
                      <a:r>
                        <a:rPr lang="en-MY" b="1" dirty="0"/>
                        <a:t>fixed to the viewport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The element stays in place even when the page is scrolled (like a sticky navbar).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5839714"/>
                  </a:ext>
                </a:extLst>
              </a:tr>
              <a:tr h="537557">
                <a:tc>
                  <a:txBody>
                    <a:bodyPr/>
                    <a:lstStyle/>
                    <a:p>
                      <a:r>
                        <a:rPr lang="en-US" dirty="0"/>
                        <a:t>sticky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Mix of relative + fixed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It behaves normally until a certain scroll point, then it sticks in place.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46090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DCD3136-3D80-4F19-24E3-F0E30E2952F6}"/>
              </a:ext>
            </a:extLst>
          </p:cNvPr>
          <p:cNvSpPr txBox="1"/>
          <p:nvPr/>
        </p:nvSpPr>
        <p:spPr>
          <a:xfrm>
            <a:off x="457200" y="3775343"/>
            <a:ext cx="8305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MY" b="1" dirty="0">
                <a:latin typeface="+mn-lt"/>
              </a:rPr>
              <a:t>Try out by yourself via W3Schools Tutorial. Click </a:t>
            </a:r>
            <a:r>
              <a:rPr lang="en-US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Tutorial</a:t>
            </a:r>
            <a:r>
              <a:rPr lang="en-MY" b="1" dirty="0">
                <a:latin typeface="+mn-lt"/>
              </a:rPr>
              <a:t> 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13972288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Urban Pop">
  <a:themeElements>
    <a:clrScheme name="Custom 6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31B6FD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Urban Pop">
      <a:maj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rban Pop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190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58000"/>
              </a:srgbClr>
            </a:outerShdw>
          </a:effectLst>
          <a:scene3d>
            <a:camera prst="orthographicFront">
              <a:rot lat="0" lon="0" rev="0"/>
            </a:camera>
            <a:lightRig rig="flat" dir="t"/>
          </a:scene3d>
          <a:sp3d contourW="15875">
            <a:bevelT w="95250" h="127000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  <a:shade val="100000"/>
                <a:alpha val="100000"/>
                <a:satMod val="100000"/>
                <a:lumMod val="100000"/>
              </a:schemeClr>
            </a:gs>
            <a:gs pos="9000">
              <a:schemeClr val="phClr">
                <a:tint val="90000"/>
                <a:shade val="100000"/>
                <a:alpha val="100000"/>
                <a:satMod val="100000"/>
                <a:lumMod val="100000"/>
              </a:schemeClr>
            </a:gs>
            <a:gs pos="34000">
              <a:schemeClr val="phClr">
                <a:tint val="83000"/>
                <a:shade val="100000"/>
                <a:alpha val="100000"/>
                <a:satMod val="100000"/>
                <a:lumMod val="100000"/>
              </a:schemeClr>
            </a:gs>
            <a:gs pos="62000">
              <a:schemeClr val="phClr">
                <a:tint val="85000"/>
                <a:shade val="100000"/>
                <a:alpha val="100000"/>
                <a:satMod val="100000"/>
                <a:lumMod val="100000"/>
              </a:schemeClr>
            </a:gs>
            <a:gs pos="90000">
              <a:schemeClr val="phClr">
                <a:tint val="92000"/>
                <a:shade val="100000"/>
                <a:alpha val="100000"/>
                <a:satMod val="100000"/>
                <a:lumMod val="90000"/>
              </a:schemeClr>
            </a:gs>
            <a:gs pos="100000">
              <a:schemeClr val="phClr">
                <a:tint val="85000"/>
                <a:shade val="100000"/>
                <a:alpha val="100000"/>
                <a:satMod val="100000"/>
                <a:lumMod val="10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8000"/>
              </a:schemeClr>
            </a:gs>
            <a:gs pos="100000">
              <a:schemeClr val="phClr">
                <a:tint val="95000"/>
                <a:shade val="98000"/>
                <a:lumMod val="80000"/>
              </a:schemeClr>
            </a:gs>
          </a:gsLst>
          <a:path path="circle">
            <a:fillToRect l="50000" t="100000" r="10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TC101859862[[fn=Urban Pop]]</Template>
  <TotalTime>1168</TotalTime>
  <Words>1075</Words>
  <Application>Microsoft Macintosh PowerPoint</Application>
  <PresentationFormat>On-screen Show (4:3)</PresentationFormat>
  <Paragraphs>195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Times New Roman</vt:lpstr>
      <vt:lpstr>Arial</vt:lpstr>
      <vt:lpstr>Gill Sans MT</vt:lpstr>
      <vt:lpstr>Wingdings 3</vt:lpstr>
      <vt:lpstr>Verdana</vt:lpstr>
      <vt:lpstr>Wingdings 2</vt:lpstr>
      <vt:lpstr>Wingdings</vt:lpstr>
      <vt:lpstr>Frutiger-Italic</vt:lpstr>
      <vt:lpstr>Urban Pop</vt:lpstr>
      <vt:lpstr>Web Development &amp; Design Foundations  with  HTML5 7th Edition</vt:lpstr>
      <vt:lpstr>Learning Outcomes</vt:lpstr>
      <vt:lpstr>CASCADING STYLE SHEET (CSS)</vt:lpstr>
      <vt:lpstr>INLINE STYLES</vt:lpstr>
      <vt:lpstr>EMBEDDED style sheets</vt:lpstr>
      <vt:lpstr>LINKING EXTERNAL STYLE SHEETS</vt:lpstr>
      <vt:lpstr>CONFLICTING STYLES</vt:lpstr>
      <vt:lpstr>CONFLICTING STYLES</vt:lpstr>
      <vt:lpstr>CONFLICTING STYLES</vt:lpstr>
      <vt:lpstr>CONFLICTING STYLES</vt:lpstr>
      <vt:lpstr>CONFLICTING STYLES</vt:lpstr>
      <vt:lpstr>POSITIONING ELEMENTS</vt:lpstr>
      <vt:lpstr>POSITIONING ELEMENTS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Developer &amp; Design Foundations with XHTML</dc:title>
  <dc:subject>Chapter 4</dc:subject>
  <dc:creator>Terry Felke-Morris</dc:creator>
  <cp:lastModifiedBy>Nurul Nazihah Jamal</cp:lastModifiedBy>
  <cp:revision>90</cp:revision>
  <cp:lastPrinted>1601-01-01T00:00:00Z</cp:lastPrinted>
  <dcterms:created xsi:type="dcterms:W3CDTF">2002-01-17T02:49:49Z</dcterms:created>
  <dcterms:modified xsi:type="dcterms:W3CDTF">2025-11-05T05:46:47Z</dcterms:modified>
</cp:coreProperties>
</file>